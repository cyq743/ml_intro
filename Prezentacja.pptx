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84" r:id="rId6"/>
    <p:sldId id="275" r:id="rId7"/>
    <p:sldId id="271" r:id="rId8"/>
    <p:sldId id="277" r:id="rId9"/>
    <p:sldId id="278" r:id="rId10"/>
    <p:sldId id="276" r:id="rId11"/>
    <p:sldId id="281" r:id="rId12"/>
    <p:sldId id="282" r:id="rId13"/>
    <p:sldId id="286" r:id="rId14"/>
    <p:sldId id="287" r:id="rId15"/>
    <p:sldId id="288" r:id="rId16"/>
    <p:sldId id="283" r:id="rId1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B9096-6D34-42EF-AC5C-6DB25A097A6C}" v="1410" dt="2025-01-14T21:54:28.484"/>
    <p1510:client id="{4BC3FEA9-1F54-C6A0-D9CC-88F3C261590C}" v="503" dt="2025-01-14T21:54:29.972"/>
    <p1510:client id="{5D1407E8-1B71-33E7-6302-A67B69911F46}" v="1021" dt="2025-01-14T20:43:32.235"/>
    <p1510:client id="{62CE6559-A37C-FDA5-C5F7-36B1BAE0A8F1}" v="951" dt="2025-01-14T21:56:21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83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ść" userId="S::urn:spo:anon#3f0bd74f64e9cf1bb83fc5580a9b7a6a27da845461402115c083873331e8ef0d::" providerId="AD" clId="Web-{5D1407E8-1B71-33E7-6302-A67B69911F46}"/>
    <pc:docChg chg="addSld modSld sldOrd">
      <pc:chgData name="Gość" userId="S::urn:spo:anon#3f0bd74f64e9cf1bb83fc5580a9b7a6a27da845461402115c083873331e8ef0d::" providerId="AD" clId="Web-{5D1407E8-1B71-33E7-6302-A67B69911F46}" dt="2025-01-14T20:43:32.235" v="837" actId="1076"/>
      <pc:docMkLst>
        <pc:docMk/>
      </pc:docMkLst>
      <pc:sldChg chg="modSp">
        <pc:chgData name="Gość" userId="S::urn:spo:anon#3f0bd74f64e9cf1bb83fc5580a9b7a6a27da845461402115c083873331e8ef0d::" providerId="AD" clId="Web-{5D1407E8-1B71-33E7-6302-A67B69911F46}" dt="2025-01-14T19:35:07.205" v="19" actId="20577"/>
        <pc:sldMkLst>
          <pc:docMk/>
          <pc:sldMk cId="3610162551" sldId="256"/>
        </pc:sldMkLst>
        <pc:spChg chg="mod">
          <ac:chgData name="Gość" userId="S::urn:spo:anon#3f0bd74f64e9cf1bb83fc5580a9b7a6a27da845461402115c083873331e8ef0d::" providerId="AD" clId="Web-{5D1407E8-1B71-33E7-6302-A67B69911F46}" dt="2025-01-14T19:35:03.987" v="15" actId="20577"/>
          <ac:spMkLst>
            <pc:docMk/>
            <pc:sldMk cId="3610162551" sldId="256"/>
            <ac:spMk id="2" creationId="{B769428E-2A73-99C2-940A-E75535990DBA}"/>
          </ac:spMkLst>
        </pc:spChg>
        <pc:spChg chg="mod">
          <ac:chgData name="Gość" userId="S::urn:spo:anon#3f0bd74f64e9cf1bb83fc5580a9b7a6a27da845461402115c083873331e8ef0d::" providerId="AD" clId="Web-{5D1407E8-1B71-33E7-6302-A67B69911F46}" dt="2025-01-14T19:35:07.205" v="19" actId="20577"/>
          <ac:spMkLst>
            <pc:docMk/>
            <pc:sldMk cId="3610162551" sldId="256"/>
            <ac:spMk id="3" creationId="{FD4B807C-E0E7-DD7E-8F4A-B3790A2B1863}"/>
          </ac:spMkLst>
        </pc:spChg>
      </pc:sldChg>
      <pc:sldChg chg="modSp new">
        <pc:chgData name="Gość" userId="S::urn:spo:anon#3f0bd74f64e9cf1bb83fc5580a9b7a6a27da845461402115c083873331e8ef0d::" providerId="AD" clId="Web-{5D1407E8-1B71-33E7-6302-A67B69911F46}" dt="2025-01-14T19:44:49.868" v="197" actId="20577"/>
        <pc:sldMkLst>
          <pc:docMk/>
          <pc:sldMk cId="1700183542" sldId="257"/>
        </pc:sldMkLst>
        <pc:spChg chg="mod">
          <ac:chgData name="Gość" userId="S::urn:spo:anon#3f0bd74f64e9cf1bb83fc5580a9b7a6a27da845461402115c083873331e8ef0d::" providerId="AD" clId="Web-{5D1407E8-1B71-33E7-6302-A67B69911F46}" dt="2025-01-14T19:37:15.507" v="59" actId="1076"/>
          <ac:spMkLst>
            <pc:docMk/>
            <pc:sldMk cId="1700183542" sldId="257"/>
            <ac:spMk id="2" creationId="{456E26F1-566C-FA96-BEDD-9E0CE5EA0E20}"/>
          </ac:spMkLst>
        </pc:spChg>
        <pc:spChg chg="mod">
          <ac:chgData name="Gość" userId="S::urn:spo:anon#3f0bd74f64e9cf1bb83fc5580a9b7a6a27da845461402115c083873331e8ef0d::" providerId="AD" clId="Web-{5D1407E8-1B71-33E7-6302-A67B69911F46}" dt="2025-01-14T19:44:49.868" v="197" actId="20577"/>
          <ac:spMkLst>
            <pc:docMk/>
            <pc:sldMk cId="1700183542" sldId="257"/>
            <ac:spMk id="3" creationId="{4F620B21-E2A5-CAA0-3D96-F688A3F47BF5}"/>
          </ac:spMkLst>
        </pc:spChg>
      </pc:sldChg>
      <pc:sldChg chg="modSp">
        <pc:chgData name="Gość" userId="S::urn:spo:anon#3f0bd74f64e9cf1bb83fc5580a9b7a6a27da845461402115c083873331e8ef0d::" providerId="AD" clId="Web-{5D1407E8-1B71-33E7-6302-A67B69911F46}" dt="2025-01-14T19:55:44.111" v="459" actId="1076"/>
        <pc:sldMkLst>
          <pc:docMk/>
          <pc:sldMk cId="4028794205" sldId="259"/>
        </pc:sldMkLst>
        <pc:spChg chg="mod">
          <ac:chgData name="Gość" userId="S::urn:spo:anon#3f0bd74f64e9cf1bb83fc5580a9b7a6a27da845461402115c083873331e8ef0d::" providerId="AD" clId="Web-{5D1407E8-1B71-33E7-6302-A67B69911F46}" dt="2025-01-14T19:47:35.046" v="265" actId="1076"/>
          <ac:spMkLst>
            <pc:docMk/>
            <pc:sldMk cId="4028794205" sldId="259"/>
            <ac:spMk id="2" creationId="{B04D3660-E61D-7FB3-016D-E5E9449A9AFA}"/>
          </ac:spMkLst>
        </pc:spChg>
        <pc:spChg chg="mod">
          <ac:chgData name="Gość" userId="S::urn:spo:anon#3f0bd74f64e9cf1bb83fc5580a9b7a6a27da845461402115c083873331e8ef0d::" providerId="AD" clId="Web-{5D1407E8-1B71-33E7-6302-A67B69911F46}" dt="2025-01-14T19:53:53.904" v="457" actId="20577"/>
          <ac:spMkLst>
            <pc:docMk/>
            <pc:sldMk cId="4028794205" sldId="259"/>
            <ac:spMk id="8" creationId="{BC8681A4-6EF4-93CE-59D0-2CA56EF3D659}"/>
          </ac:spMkLst>
        </pc:spChg>
        <pc:picChg chg="mod">
          <ac:chgData name="Gość" userId="S::urn:spo:anon#3f0bd74f64e9cf1bb83fc5580a9b7a6a27da845461402115c083873331e8ef0d::" providerId="AD" clId="Web-{5D1407E8-1B71-33E7-6302-A67B69911F46}" dt="2025-01-14T19:55:44.111" v="459" actId="1076"/>
          <ac:picMkLst>
            <pc:docMk/>
            <pc:sldMk cId="4028794205" sldId="259"/>
            <ac:picMk id="4" creationId="{2869826B-BBEB-58A6-1930-621F16FDA05A}"/>
          </ac:picMkLst>
        </pc:picChg>
      </pc:sldChg>
      <pc:sldChg chg="addSp delSp modSp new">
        <pc:chgData name="Gość" userId="S::urn:spo:anon#3f0bd74f64e9cf1bb83fc5580a9b7a6a27da845461402115c083873331e8ef0d::" providerId="AD" clId="Web-{5D1407E8-1B71-33E7-6302-A67B69911F46}" dt="2025-01-14T20:09:51.260" v="667"/>
        <pc:sldMkLst>
          <pc:docMk/>
          <pc:sldMk cId="502335425" sldId="260"/>
        </pc:sldMkLst>
        <pc:spChg chg="mod">
          <ac:chgData name="Gość" userId="S::urn:spo:anon#3f0bd74f64e9cf1bb83fc5580a9b7a6a27da845461402115c083873331e8ef0d::" providerId="AD" clId="Web-{5D1407E8-1B71-33E7-6302-A67B69911F46}" dt="2025-01-14T19:56:57.224" v="464" actId="20577"/>
          <ac:spMkLst>
            <pc:docMk/>
            <pc:sldMk cId="502335425" sldId="260"/>
            <ac:spMk id="2" creationId="{31A37641-893D-EDF3-511F-D54E53DC331A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19:58:10.352" v="477"/>
          <ac:spMkLst>
            <pc:docMk/>
            <pc:sldMk cId="502335425" sldId="260"/>
            <ac:spMk id="3" creationId="{3D9A62CB-948D-A686-6553-16F3D97EEB6D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19:58:36.571" v="482"/>
          <ac:spMkLst>
            <pc:docMk/>
            <pc:sldMk cId="502335425" sldId="260"/>
            <ac:spMk id="6" creationId="{0C667EC9-404D-1B50-5D35-799FAC5122F5}"/>
          </ac:spMkLst>
        </pc:spChg>
        <pc:spChg chg="add mod">
          <ac:chgData name="Gość" userId="S::urn:spo:anon#3f0bd74f64e9cf1bb83fc5580a9b7a6a27da845461402115c083873331e8ef0d::" providerId="AD" clId="Web-{5D1407E8-1B71-33E7-6302-A67B69911F46}" dt="2025-01-14T20:06:04.283" v="664" actId="20577"/>
          <ac:spMkLst>
            <pc:docMk/>
            <pc:sldMk cId="502335425" sldId="260"/>
            <ac:spMk id="7" creationId="{1A3A6A07-4689-6C78-B8BE-68487E613B01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01:50.985" v="641"/>
          <ac:spMkLst>
            <pc:docMk/>
            <pc:sldMk cId="502335425" sldId="260"/>
            <ac:spMk id="8" creationId="{924B035B-0A05-3D91-2F63-6E4C17A4DEBD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09:51.260" v="667"/>
          <ac:spMkLst>
            <pc:docMk/>
            <pc:sldMk cId="502335425" sldId="260"/>
            <ac:spMk id="9" creationId="{10BC5C0E-1117-0C1D-4A92-4588A866BB94}"/>
          </ac:spMkLst>
        </pc:spChg>
        <pc:picChg chg="add del mod ord">
          <ac:chgData name="Gość" userId="S::urn:spo:anon#3f0bd74f64e9cf1bb83fc5580a9b7a6a27da845461402115c083873331e8ef0d::" providerId="AD" clId="Web-{5D1407E8-1B71-33E7-6302-A67B69911F46}" dt="2025-01-14T19:57:57.492" v="476"/>
          <ac:picMkLst>
            <pc:docMk/>
            <pc:sldMk cId="502335425" sldId="260"/>
            <ac:picMk id="4" creationId="{94720223-32DA-A8B8-4AE5-3B5600801FCF}"/>
          </ac:picMkLst>
        </pc:picChg>
        <pc:picChg chg="add mod ord">
          <ac:chgData name="Gość" userId="S::urn:spo:anon#3f0bd74f64e9cf1bb83fc5580a9b7a6a27da845461402115c083873331e8ef0d::" providerId="AD" clId="Web-{5D1407E8-1B71-33E7-6302-A67B69911F46}" dt="2025-01-14T19:58:36.931" v="483" actId="1076"/>
          <ac:picMkLst>
            <pc:docMk/>
            <pc:sldMk cId="502335425" sldId="260"/>
            <ac:picMk id="5" creationId="{6726E72B-F545-FD98-F76E-6F4CF891A39E}"/>
          </ac:picMkLst>
        </pc:picChg>
      </pc:sldChg>
      <pc:sldChg chg="addSp delSp modSp new">
        <pc:chgData name="Gość" userId="S::urn:spo:anon#3f0bd74f64e9cf1bb83fc5580a9b7a6a27da845461402115c083873331e8ef0d::" providerId="AD" clId="Web-{5D1407E8-1B71-33E7-6302-A67B69911F46}" dt="2025-01-14T20:43:32.235" v="837" actId="1076"/>
        <pc:sldMkLst>
          <pc:docMk/>
          <pc:sldMk cId="999298474" sldId="261"/>
        </pc:sldMkLst>
        <pc:spChg chg="mod">
          <ac:chgData name="Gość" userId="S::urn:spo:anon#3f0bd74f64e9cf1bb83fc5580a9b7a6a27da845461402115c083873331e8ef0d::" providerId="AD" clId="Web-{5D1407E8-1B71-33E7-6302-A67B69911F46}" dt="2025-01-14T20:21:08.820" v="828" actId="1076"/>
          <ac:spMkLst>
            <pc:docMk/>
            <pc:sldMk cId="999298474" sldId="261"/>
            <ac:spMk id="2" creationId="{7CB2D630-7295-F32C-64FD-E35DDBC39DF6}"/>
          </ac:spMkLst>
        </pc:spChg>
        <pc:spChg chg="mod">
          <ac:chgData name="Gość" userId="S::urn:spo:anon#3f0bd74f64e9cf1bb83fc5580a9b7a6a27da845461402115c083873331e8ef0d::" providerId="AD" clId="Web-{5D1407E8-1B71-33E7-6302-A67B69911F46}" dt="2025-01-14T20:21:13.335" v="831" actId="1076"/>
          <ac:spMkLst>
            <pc:docMk/>
            <pc:sldMk cId="999298474" sldId="261"/>
            <ac:spMk id="3" creationId="{AAD1C6BC-D390-DBDC-531F-AFF2B2A0738C}"/>
          </ac:spMkLst>
        </pc:spChg>
        <pc:picChg chg="add mod">
          <ac:chgData name="Gość" userId="S::urn:spo:anon#3f0bd74f64e9cf1bb83fc5580a9b7a6a27da845461402115c083873331e8ef0d::" providerId="AD" clId="Web-{5D1407E8-1B71-33E7-6302-A67B69911F46}" dt="2025-01-14T20:43:32.235" v="837" actId="1076"/>
          <ac:picMkLst>
            <pc:docMk/>
            <pc:sldMk cId="999298474" sldId="261"/>
            <ac:picMk id="4" creationId="{2E096BF1-08DC-2B85-0FDA-637FE8CE71A5}"/>
          </ac:picMkLst>
        </pc:picChg>
        <pc:picChg chg="add del mod">
          <ac:chgData name="Gość" userId="S::urn:spo:anon#3f0bd74f64e9cf1bb83fc5580a9b7a6a27da845461402115c083873331e8ef0d::" providerId="AD" clId="Web-{5D1407E8-1B71-33E7-6302-A67B69911F46}" dt="2025-01-14T20:24:55.563" v="833"/>
          <ac:picMkLst>
            <pc:docMk/>
            <pc:sldMk cId="999298474" sldId="261"/>
            <ac:picMk id="4" creationId="{74364CCC-B813-B780-FC05-77AFDA7EFB87}"/>
          </ac:picMkLst>
        </pc:picChg>
      </pc:sldChg>
      <pc:sldChg chg="modSp new">
        <pc:chgData name="Gość" userId="S::urn:spo:anon#3f0bd74f64e9cf1bb83fc5580a9b7a6a27da845461402115c083873331e8ef0d::" providerId="AD" clId="Web-{5D1407E8-1B71-33E7-6302-A67B69911F46}" dt="2025-01-14T20:12:40.706" v="729" actId="20577"/>
        <pc:sldMkLst>
          <pc:docMk/>
          <pc:sldMk cId="4035643864" sldId="262"/>
        </pc:sldMkLst>
        <pc:spChg chg="mod">
          <ac:chgData name="Gość" userId="S::urn:spo:anon#3f0bd74f64e9cf1bb83fc5580a9b7a6a27da845461402115c083873331e8ef0d::" providerId="AD" clId="Web-{5D1407E8-1B71-33E7-6302-A67B69911F46}" dt="2025-01-14T20:12:40.706" v="729" actId="20577"/>
          <ac:spMkLst>
            <pc:docMk/>
            <pc:sldMk cId="4035643864" sldId="262"/>
            <ac:spMk id="3" creationId="{F58CE9D1-966A-EC37-F2AB-F05DFD582E0B}"/>
          </ac:spMkLst>
        </pc:spChg>
      </pc:sldChg>
      <pc:sldChg chg="addSp delSp modSp new mod setBg">
        <pc:chgData name="Gość" userId="S::urn:spo:anon#3f0bd74f64e9cf1bb83fc5580a9b7a6a27da845461402115c083873331e8ef0d::" providerId="AD" clId="Web-{5D1407E8-1B71-33E7-6302-A67B69911F46}" dt="2025-01-14T20:16:37.402" v="790"/>
        <pc:sldMkLst>
          <pc:docMk/>
          <pc:sldMk cId="3945615227" sldId="265"/>
        </pc:sldMkLst>
        <pc:spChg chg="mod">
          <ac:chgData name="Gość" userId="S::urn:spo:anon#3f0bd74f64e9cf1bb83fc5580a9b7a6a27da845461402115c083873331e8ef0d::" providerId="AD" clId="Web-{5D1407E8-1B71-33E7-6302-A67B69911F46}" dt="2025-01-14T20:14:54.070" v="764" actId="20577"/>
          <ac:spMkLst>
            <pc:docMk/>
            <pc:sldMk cId="3945615227" sldId="265"/>
            <ac:spMk id="2" creationId="{489C4BE7-78E3-24D8-2900-E9E27D984656}"/>
          </ac:spMkLst>
        </pc:spChg>
        <pc:spChg chg="del">
          <ac:chgData name="Gość" userId="S::urn:spo:anon#3f0bd74f64e9cf1bb83fc5580a9b7a6a27da845461402115c083873331e8ef0d::" providerId="AD" clId="Web-{5D1407E8-1B71-33E7-6302-A67B69911F46}" dt="2025-01-14T20:13:55.162" v="731"/>
          <ac:spMkLst>
            <pc:docMk/>
            <pc:sldMk cId="3945615227" sldId="265"/>
            <ac:spMk id="3" creationId="{FB137C4E-427B-BE88-BD7F-42A85166B187}"/>
          </ac:spMkLst>
        </pc:spChg>
        <pc:spChg chg="add mod">
          <ac:chgData name="Gość" userId="S::urn:spo:anon#3f0bd74f64e9cf1bb83fc5580a9b7a6a27da845461402115c083873331e8ef0d::" providerId="AD" clId="Web-{5D1407E8-1B71-33E7-6302-A67B69911F46}" dt="2025-01-14T20:15:22.212" v="772" actId="1076"/>
          <ac:spMkLst>
            <pc:docMk/>
            <pc:sldMk cId="3945615227" sldId="265"/>
            <ac:spMk id="5" creationId="{1C348953-312B-B51E-4745-5934ED0FD65C}"/>
          </ac:spMkLst>
        </pc:spChg>
        <pc:spChg chg="add del mod">
          <ac:chgData name="Gość" userId="S::urn:spo:anon#3f0bd74f64e9cf1bb83fc5580a9b7a6a27da845461402115c083873331e8ef0d::" providerId="AD" clId="Web-{5D1407E8-1B71-33E7-6302-A67B69911F46}" dt="2025-01-14T20:14:33.022" v="740"/>
          <ac:spMkLst>
            <pc:docMk/>
            <pc:sldMk cId="3945615227" sldId="265"/>
            <ac:spMk id="8" creationId="{64C4FA8F-457D-203F-5D88-83D4100D8153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33.022" v="740"/>
          <ac:spMkLst>
            <pc:docMk/>
            <pc:sldMk cId="3945615227" sldId="265"/>
            <ac:spMk id="11" creationId="{F13C74B1-5B17-4795-BED0-7140497B445A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33.022" v="740"/>
          <ac:spMkLst>
            <pc:docMk/>
            <pc:sldMk cId="3945615227" sldId="265"/>
            <ac:spMk id="13" creationId="{D4974D33-8DC5-464E-8C6D-BE58F0669C17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19.272" v="736"/>
          <ac:spMkLst>
            <pc:docMk/>
            <pc:sldMk cId="3945615227" sldId="265"/>
            <ac:spMk id="18" creationId="{F13C74B1-5B17-4795-BED0-7140497B445A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19.272" v="736"/>
          <ac:spMkLst>
            <pc:docMk/>
            <pc:sldMk cId="3945615227" sldId="265"/>
            <ac:spMk id="20" creationId="{D4974D33-8DC5-464E-8C6D-BE58F0669C17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31.085" v="738"/>
          <ac:spMkLst>
            <pc:docMk/>
            <pc:sldMk cId="3945615227" sldId="265"/>
            <ac:spMk id="22" creationId="{45D37F4E-DDB4-456B-97E0-9937730A039F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4:31.085" v="738"/>
          <ac:spMkLst>
            <pc:docMk/>
            <pc:sldMk cId="3945615227" sldId="265"/>
            <ac:spMk id="23" creationId="{B2DD41CD-8F47-4F56-AD12-4E2FF7696987}"/>
          </ac:spMkLst>
        </pc:spChg>
        <pc:picChg chg="add mod ord">
          <ac:chgData name="Gość" userId="S::urn:spo:anon#3f0bd74f64e9cf1bb83fc5580a9b7a6a27da845461402115c083873331e8ef0d::" providerId="AD" clId="Web-{5D1407E8-1B71-33E7-6302-A67B69911F46}" dt="2025-01-14T20:16:34.808" v="787" actId="1076"/>
          <ac:picMkLst>
            <pc:docMk/>
            <pc:sldMk cId="3945615227" sldId="265"/>
            <ac:picMk id="4" creationId="{ECD5F4EA-0EF6-4387-7427-FDC028ED6814}"/>
          </ac:picMkLst>
        </pc:picChg>
        <pc:picChg chg="add del mod">
          <ac:chgData name="Gość" userId="S::urn:spo:anon#3f0bd74f64e9cf1bb83fc5580a9b7a6a27da845461402115c083873331e8ef0d::" providerId="AD" clId="Web-{5D1407E8-1B71-33E7-6302-A67B69911F46}" dt="2025-01-14T20:16:37.402" v="790"/>
          <ac:picMkLst>
            <pc:docMk/>
            <pc:sldMk cId="3945615227" sldId="265"/>
            <ac:picMk id="6" creationId="{A544C794-CDBF-DDBA-68F8-0BECA807CFF4}"/>
          </ac:picMkLst>
        </pc:picChg>
      </pc:sldChg>
      <pc:sldChg chg="ord">
        <pc:chgData name="Gość" userId="S::urn:spo:anon#3f0bd74f64e9cf1bb83fc5580a9b7a6a27da845461402115c083873331e8ef0d::" providerId="AD" clId="Web-{5D1407E8-1B71-33E7-6302-A67B69911F46}" dt="2025-01-14T20:18:40.142" v="821"/>
        <pc:sldMkLst>
          <pc:docMk/>
          <pc:sldMk cId="580598280" sldId="266"/>
        </pc:sldMkLst>
      </pc:sldChg>
      <pc:sldChg chg="addSp delSp modSp new mod setBg">
        <pc:chgData name="Gość" userId="S::urn:spo:anon#3f0bd74f64e9cf1bb83fc5580a9b7a6a27da845461402115c083873331e8ef0d::" providerId="AD" clId="Web-{5D1407E8-1B71-33E7-6302-A67B69911F46}" dt="2025-01-14T20:18:02.218" v="819" actId="1076"/>
        <pc:sldMkLst>
          <pc:docMk/>
          <pc:sldMk cId="1372676961" sldId="269"/>
        </pc:sldMkLst>
        <pc:spChg chg="mod">
          <ac:chgData name="Gość" userId="S::urn:spo:anon#3f0bd74f64e9cf1bb83fc5580a9b7a6a27da845461402115c083873331e8ef0d::" providerId="AD" clId="Web-{5D1407E8-1B71-33E7-6302-A67B69911F46}" dt="2025-01-14T20:17:49.327" v="814"/>
          <ac:spMkLst>
            <pc:docMk/>
            <pc:sldMk cId="1372676961" sldId="269"/>
            <ac:spMk id="2" creationId="{644238E7-A418-9E0B-9EF7-762AFD6EDB2B}"/>
          </ac:spMkLst>
        </pc:spChg>
        <pc:spChg chg="del">
          <ac:chgData name="Gość" userId="S::urn:spo:anon#3f0bd74f64e9cf1bb83fc5580a9b7a6a27da845461402115c083873331e8ef0d::" providerId="AD" clId="Web-{5D1407E8-1B71-33E7-6302-A67B69911F46}" dt="2025-01-14T20:16:47.043" v="792"/>
          <ac:spMkLst>
            <pc:docMk/>
            <pc:sldMk cId="1372676961" sldId="269"/>
            <ac:spMk id="3" creationId="{0DDA67B7-1E90-C5E6-17B3-91AC96A6C76D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7:30.013" v="806"/>
          <ac:spMkLst>
            <pc:docMk/>
            <pc:sldMk cId="1372676961" sldId="269"/>
            <ac:spMk id="9" creationId="{F65374C2-7257-34F5-BE8F-D92ACF04E411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7:33.623" v="808"/>
          <ac:spMkLst>
            <pc:docMk/>
            <pc:sldMk cId="1372676961" sldId="269"/>
            <ac:spMk id="10" creationId="{99ED5833-B85B-4103-8A3B-CAB0308E6C15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7:30.013" v="806"/>
          <ac:spMkLst>
            <pc:docMk/>
            <pc:sldMk cId="1372676961" sldId="269"/>
            <ac:spMk id="12" creationId="{2DAA6C16-BF9B-4A3E-BC70-EE6015D4F967}"/>
          </ac:spMkLst>
        </pc:spChg>
        <pc:spChg chg="add del">
          <ac:chgData name="Gość" userId="S::urn:spo:anon#3f0bd74f64e9cf1bb83fc5580a9b7a6a27da845461402115c083873331e8ef0d::" providerId="AD" clId="Web-{5D1407E8-1B71-33E7-6302-A67B69911F46}" dt="2025-01-14T20:17:49.327" v="814"/>
          <ac:spMkLst>
            <pc:docMk/>
            <pc:sldMk cId="1372676961" sldId="269"/>
            <ac:spMk id="13" creationId="{022BDE4A-8A20-4A69-9C5A-581C82036A4D}"/>
          </ac:spMkLst>
        </pc:spChg>
        <pc:grpChg chg="add del">
          <ac:chgData name="Gość" userId="S::urn:spo:anon#3f0bd74f64e9cf1bb83fc5580a9b7a6a27da845461402115c083873331e8ef0d::" providerId="AD" clId="Web-{5D1407E8-1B71-33E7-6302-A67B69911F46}" dt="2025-01-14T20:17:30.013" v="806"/>
          <ac:grpSpMkLst>
            <pc:docMk/>
            <pc:sldMk cId="1372676961" sldId="269"/>
            <ac:grpSpMk id="14" creationId="{A4AE1828-51FD-4AD7-BCF6-9AF5C696CE5D}"/>
          </ac:grpSpMkLst>
        </pc:grpChg>
        <pc:picChg chg="add mod ord">
          <ac:chgData name="Gość" userId="S::urn:spo:anon#3f0bd74f64e9cf1bb83fc5580a9b7a6a27da845461402115c083873331e8ef0d::" providerId="AD" clId="Web-{5D1407E8-1B71-33E7-6302-A67B69911F46}" dt="2025-01-14T20:17:57.046" v="818" actId="1076"/>
          <ac:picMkLst>
            <pc:docMk/>
            <pc:sldMk cId="1372676961" sldId="269"/>
            <ac:picMk id="4" creationId="{506EB881-2505-677A-CDD4-2D06B05E8BA0}"/>
          </ac:picMkLst>
        </pc:picChg>
        <pc:picChg chg="add mod">
          <ac:chgData name="Gość" userId="S::urn:spo:anon#3f0bd74f64e9cf1bb83fc5580a9b7a6a27da845461402115c083873331e8ef0d::" providerId="AD" clId="Web-{5D1407E8-1B71-33E7-6302-A67B69911F46}" dt="2025-01-14T20:18:02.218" v="819" actId="1076"/>
          <ac:picMkLst>
            <pc:docMk/>
            <pc:sldMk cId="1372676961" sldId="269"/>
            <ac:picMk id="5" creationId="{767C95FB-D861-A283-4FA6-06CA49611938}"/>
          </ac:picMkLst>
        </pc:picChg>
      </pc:sldChg>
    </pc:docChg>
  </pc:docChgLst>
  <pc:docChgLst>
    <pc:chgData clId="Web-{4BC3FEA9-1F54-C6A0-D9CC-88F3C261590C}"/>
    <pc:docChg chg="modSld">
      <pc:chgData name="" userId="" providerId="" clId="Web-{4BC3FEA9-1F54-C6A0-D9CC-88F3C261590C}" dt="2025-01-14T20:56:24.922" v="0" actId="1076"/>
      <pc:docMkLst>
        <pc:docMk/>
      </pc:docMkLst>
      <pc:sldChg chg="modSp">
        <pc:chgData name="" userId="" providerId="" clId="Web-{4BC3FEA9-1F54-C6A0-D9CC-88F3C261590C}" dt="2025-01-14T20:56:24.922" v="0" actId="1076"/>
        <pc:sldMkLst>
          <pc:docMk/>
          <pc:sldMk cId="999298474" sldId="261"/>
        </pc:sldMkLst>
        <pc:picChg chg="mod">
          <ac:chgData name="" userId="" providerId="" clId="Web-{4BC3FEA9-1F54-C6A0-D9CC-88F3C261590C}" dt="2025-01-14T20:56:24.922" v="0" actId="1076"/>
          <ac:picMkLst>
            <pc:docMk/>
            <pc:sldMk cId="999298474" sldId="261"/>
            <ac:picMk id="8" creationId="{4CB23E5D-FC0D-C46B-2CDC-8AD47EB5DD1A}"/>
          </ac:picMkLst>
        </pc:picChg>
      </pc:sldChg>
    </pc:docChg>
  </pc:docChgLst>
  <pc:docChgLst>
    <pc:chgData name="Gość" userId="S::urn:spo:anon#3f0bd74f64e9cf1bb83fc5580a9b7a6a27da845461402115c083873331e8ef0d::" providerId="AD" clId="Web-{4BC3FEA9-1F54-C6A0-D9CC-88F3C261590C}"/>
    <pc:docChg chg="addSld delSld modSld">
      <pc:chgData name="Gość" userId="S::urn:spo:anon#3f0bd74f64e9cf1bb83fc5580a9b7a6a27da845461402115c083873331e8ef0d::" providerId="AD" clId="Web-{4BC3FEA9-1F54-C6A0-D9CC-88F3C261590C}" dt="2025-01-14T21:54:29.972" v="412"/>
      <pc:docMkLst>
        <pc:docMk/>
      </pc:docMkLst>
      <pc:sldChg chg="addSp delSp modSp">
        <pc:chgData name="Gość" userId="S::urn:spo:anon#3f0bd74f64e9cf1bb83fc5580a9b7a6a27da845461402115c083873331e8ef0d::" providerId="AD" clId="Web-{4BC3FEA9-1F54-C6A0-D9CC-88F3C261590C}" dt="2025-01-14T21:03:37.641" v="117" actId="20577"/>
        <pc:sldMkLst>
          <pc:docMk/>
          <pc:sldMk cId="999298474" sldId="261"/>
        </pc:sldMkLst>
        <pc:spChg chg="mod">
          <ac:chgData name="Gość" userId="S::urn:spo:anon#3f0bd74f64e9cf1bb83fc5580a9b7a6a27da845461402115c083873331e8ef0d::" providerId="AD" clId="Web-{4BC3FEA9-1F54-C6A0-D9CC-88F3C261590C}" dt="2025-01-14T21:03:37.641" v="117" actId="20577"/>
          <ac:spMkLst>
            <pc:docMk/>
            <pc:sldMk cId="999298474" sldId="261"/>
            <ac:spMk id="2" creationId="{7CB2D630-7295-F32C-64FD-E35DDBC39DF6}"/>
          </ac:spMkLst>
        </pc:spChg>
        <pc:picChg chg="del mod">
          <ac:chgData name="Gość" userId="S::urn:spo:anon#3f0bd74f64e9cf1bb83fc5580a9b7a6a27da845461402115c083873331e8ef0d::" providerId="AD" clId="Web-{4BC3FEA9-1F54-C6A0-D9CC-88F3C261590C}" dt="2025-01-14T20:51:23.256" v="14"/>
          <ac:picMkLst>
            <pc:docMk/>
            <pc:sldMk cId="999298474" sldId="261"/>
            <ac:picMk id="4" creationId="{2E096BF1-08DC-2B85-0FDA-637FE8CE71A5}"/>
          </ac:picMkLst>
        </pc:picChg>
        <pc:picChg chg="add mod">
          <ac:chgData name="Gość" userId="S::urn:spo:anon#3f0bd74f64e9cf1bb83fc5580a9b7a6a27da845461402115c083873331e8ef0d::" providerId="AD" clId="Web-{4BC3FEA9-1F54-C6A0-D9CC-88F3C261590C}" dt="2025-01-14T21:00:04.133" v="67" actId="1076"/>
          <ac:picMkLst>
            <pc:docMk/>
            <pc:sldMk cId="999298474" sldId="261"/>
            <ac:picMk id="4" creationId="{C714F2C3-148C-074E-7D1F-5889EAA0AC00}"/>
          </ac:picMkLst>
        </pc:picChg>
        <pc:picChg chg="add del mod">
          <ac:chgData name="Gość" userId="S::urn:spo:anon#3f0bd74f64e9cf1bb83fc5580a9b7a6a27da845461402115c083873331e8ef0d::" providerId="AD" clId="Web-{4BC3FEA9-1F54-C6A0-D9CC-88F3C261590C}" dt="2025-01-14T20:56:06.887" v="54"/>
          <ac:picMkLst>
            <pc:docMk/>
            <pc:sldMk cId="999298474" sldId="261"/>
            <ac:picMk id="5" creationId="{288EF958-68F7-9DF6-8CFC-D8DED0C6F7CE}"/>
          </ac:picMkLst>
        </pc:picChg>
        <pc:picChg chg="add del mod">
          <ac:chgData name="Gość" userId="S::urn:spo:anon#3f0bd74f64e9cf1bb83fc5580a9b7a6a27da845461402115c083873331e8ef0d::" providerId="AD" clId="Web-{4BC3FEA9-1F54-C6A0-D9CC-88F3C261590C}" dt="2025-01-14T20:56:09.168" v="56"/>
          <ac:picMkLst>
            <pc:docMk/>
            <pc:sldMk cId="999298474" sldId="261"/>
            <ac:picMk id="6" creationId="{C63FEC7F-1431-1EF4-8C0A-A5C60D5D94DE}"/>
          </ac:picMkLst>
        </pc:picChg>
        <pc:picChg chg="add mod">
          <ac:chgData name="Gość" userId="S::urn:spo:anon#3f0bd74f64e9cf1bb83fc5580a9b7a6a27da845461402115c083873331e8ef0d::" providerId="AD" clId="Web-{4BC3FEA9-1F54-C6A0-D9CC-88F3C261590C}" dt="2025-01-14T21:00:05.946" v="68" actId="1076"/>
          <ac:picMkLst>
            <pc:docMk/>
            <pc:sldMk cId="999298474" sldId="261"/>
            <ac:picMk id="7" creationId="{1E5834FF-A786-9BDB-39C2-F6C124B139D7}"/>
          </ac:picMkLst>
        </pc:picChg>
        <pc:picChg chg="add del mod">
          <ac:chgData name="Gość" userId="S::urn:spo:anon#3f0bd74f64e9cf1bb83fc5580a9b7a6a27da845461402115c083873331e8ef0d::" providerId="AD" clId="Web-{4BC3FEA9-1F54-C6A0-D9CC-88F3C261590C}" dt="2025-01-14T20:58:24.036" v="61"/>
          <ac:picMkLst>
            <pc:docMk/>
            <pc:sldMk cId="999298474" sldId="261"/>
            <ac:picMk id="8" creationId="{4CB23E5D-FC0D-C46B-2CDC-8AD47EB5DD1A}"/>
          </ac:picMkLst>
        </pc:picChg>
      </pc:sldChg>
      <pc:sldChg chg="modSp">
        <pc:chgData name="Gość" userId="S::urn:spo:anon#3f0bd74f64e9cf1bb83fc5580a9b7a6a27da845461402115c083873331e8ef0d::" providerId="AD" clId="Web-{4BC3FEA9-1F54-C6A0-D9CC-88F3C261590C}" dt="2025-01-14T20:56:28.828" v="57" actId="1076"/>
        <pc:sldMkLst>
          <pc:docMk/>
          <pc:sldMk cId="4035643864" sldId="262"/>
        </pc:sldMkLst>
        <pc:picChg chg="mod">
          <ac:chgData name="Gość" userId="S::urn:spo:anon#3f0bd74f64e9cf1bb83fc5580a9b7a6a27da845461402115c083873331e8ef0d::" providerId="AD" clId="Web-{4BC3FEA9-1F54-C6A0-D9CC-88F3C261590C}" dt="2025-01-14T20:56:28.828" v="57" actId="1076"/>
          <ac:picMkLst>
            <pc:docMk/>
            <pc:sldMk cId="4035643864" sldId="262"/>
            <ac:picMk id="5" creationId="{4BD351A6-1074-995E-8F4A-604F7E535046}"/>
          </ac:picMkLst>
        </pc:picChg>
      </pc:sldChg>
      <pc:sldChg chg="addSp delSp modSp new mod setBg">
        <pc:chgData name="Gość" userId="S::urn:spo:anon#3f0bd74f64e9cf1bb83fc5580a9b7a6a27da845461402115c083873331e8ef0d::" providerId="AD" clId="Web-{4BC3FEA9-1F54-C6A0-D9CC-88F3C261590C}" dt="2025-01-14T21:08:10.107" v="254" actId="1076"/>
        <pc:sldMkLst>
          <pc:docMk/>
          <pc:sldMk cId="3700280632" sldId="280"/>
        </pc:sldMkLst>
        <pc:spChg chg="add del mod">
          <ac:chgData name="Gość" userId="S::urn:spo:anon#3f0bd74f64e9cf1bb83fc5580a9b7a6a27da845461402115c083873331e8ef0d::" providerId="AD" clId="Web-{4BC3FEA9-1F54-C6A0-D9CC-88F3C261590C}" dt="2025-01-14T21:07:49.638" v="244" actId="1076"/>
          <ac:spMkLst>
            <pc:docMk/>
            <pc:sldMk cId="3700280632" sldId="280"/>
            <ac:spMk id="2" creationId="{0B954A0F-B704-2EE3-D493-E2708ABF5DB0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05:36.852" v="155"/>
          <ac:spMkLst>
            <pc:docMk/>
            <pc:sldMk cId="3700280632" sldId="280"/>
            <ac:spMk id="3" creationId="{7FB9AD01-CEDB-DA6A-B1CF-67EEEBEA2D34}"/>
          </ac:spMkLst>
        </pc:spChg>
        <pc:spChg chg="del">
          <ac:chgData name="Gość" userId="S::urn:spo:anon#3f0bd74f64e9cf1bb83fc5580a9b7a6a27da845461402115c083873331e8ef0d::" providerId="AD" clId="Web-{4BC3FEA9-1F54-C6A0-D9CC-88F3C261590C}" dt="2025-01-14T21:02:47.874" v="102"/>
          <ac:spMkLst>
            <pc:docMk/>
            <pc:sldMk cId="3700280632" sldId="280"/>
            <ac:spMk id="3" creationId="{95B42839-A22D-6A15-B37F-3BD5C60BDA9E}"/>
          </ac:spMkLst>
        </pc:spChg>
        <pc:spChg chg="add mod">
          <ac:chgData name="Gość" userId="S::urn:spo:anon#3f0bd74f64e9cf1bb83fc5580a9b7a6a27da845461402115c083873331e8ef0d::" providerId="AD" clId="Web-{4BC3FEA9-1F54-C6A0-D9CC-88F3C261590C}" dt="2025-01-14T21:08:10.107" v="254" actId="1076"/>
          <ac:spMkLst>
            <pc:docMk/>
            <pc:sldMk cId="3700280632" sldId="280"/>
            <ac:spMk id="5" creationId="{244E2815-389B-2A06-37A7-F53278AE6355}"/>
          </ac:spMkLst>
        </pc:spChg>
        <pc:spChg chg="add mod">
          <ac:chgData name="Gość" userId="S::urn:spo:anon#3f0bd74f64e9cf1bb83fc5580a9b7a6a27da845461402115c083873331e8ef0d::" providerId="AD" clId="Web-{4BC3FEA9-1F54-C6A0-D9CC-88F3C261590C}" dt="2025-01-14T21:08:04.654" v="253" actId="1076"/>
          <ac:spMkLst>
            <pc:docMk/>
            <pc:sldMk cId="3700280632" sldId="280"/>
            <ac:spMk id="6" creationId="{987695DC-3A00-3CBC-85CB-3588C6A3D218}"/>
          </ac:spMkLst>
        </pc:spChg>
        <pc:picChg chg="add mod ord">
          <ac:chgData name="Gość" userId="S::urn:spo:anon#3f0bd74f64e9cf1bb83fc5580a9b7a6a27da845461402115c083873331e8ef0d::" providerId="AD" clId="Web-{4BC3FEA9-1F54-C6A0-D9CC-88F3C261590C}" dt="2025-01-14T21:04:53.616" v="153" actId="1076"/>
          <ac:picMkLst>
            <pc:docMk/>
            <pc:sldMk cId="3700280632" sldId="280"/>
            <ac:picMk id="4" creationId="{5AF8C485-6A34-2B5E-347D-BA622A6FBBB6}"/>
          </ac:picMkLst>
        </pc:picChg>
      </pc:sldChg>
      <pc:sldChg chg="modSp">
        <pc:chgData name="Gość" userId="S::urn:spo:anon#3f0bd74f64e9cf1bb83fc5580a9b7a6a27da845461402115c083873331e8ef0d::" providerId="AD" clId="Web-{4BC3FEA9-1F54-C6A0-D9CC-88F3C261590C}" dt="2025-01-14T21:29:55.250" v="283" actId="1076"/>
        <pc:sldMkLst>
          <pc:docMk/>
          <pc:sldMk cId="4207960978" sldId="281"/>
        </pc:sldMkLst>
        <pc:spChg chg="mod">
          <ac:chgData name="Gość" userId="S::urn:spo:anon#3f0bd74f64e9cf1bb83fc5580a9b7a6a27da845461402115c083873331e8ef0d::" providerId="AD" clId="Web-{4BC3FEA9-1F54-C6A0-D9CC-88F3C261590C}" dt="2025-01-14T21:29:53.969" v="282" actId="1076"/>
          <ac:spMkLst>
            <pc:docMk/>
            <pc:sldMk cId="4207960978" sldId="281"/>
            <ac:spMk id="10" creationId="{510AF8C7-4877-7AD0-A21C-4925134024A2}"/>
          </ac:spMkLst>
        </pc:spChg>
        <pc:picChg chg="mod">
          <ac:chgData name="Gość" userId="S::urn:spo:anon#3f0bd74f64e9cf1bb83fc5580a9b7a6a27da845461402115c083873331e8ef0d::" providerId="AD" clId="Web-{4BC3FEA9-1F54-C6A0-D9CC-88F3C261590C}" dt="2025-01-14T21:29:55.250" v="283" actId="1076"/>
          <ac:picMkLst>
            <pc:docMk/>
            <pc:sldMk cId="4207960978" sldId="281"/>
            <ac:picMk id="12" creationId="{6D95933D-49E7-EC5F-4CCD-6230E8E36078}"/>
          </ac:picMkLst>
        </pc:picChg>
      </pc:sldChg>
      <pc:sldChg chg="modSp">
        <pc:chgData name="Gość" userId="S::urn:spo:anon#3f0bd74f64e9cf1bb83fc5580a9b7a6a27da845461402115c083873331e8ef0d::" providerId="AD" clId="Web-{4BC3FEA9-1F54-C6A0-D9CC-88F3C261590C}" dt="2025-01-14T21:30:26.298" v="285" actId="20577"/>
        <pc:sldMkLst>
          <pc:docMk/>
          <pc:sldMk cId="4144840779" sldId="282"/>
        </pc:sldMkLst>
        <pc:spChg chg="mod">
          <ac:chgData name="Gość" userId="S::urn:spo:anon#3f0bd74f64e9cf1bb83fc5580a9b7a6a27da845461402115c083873331e8ef0d::" providerId="AD" clId="Web-{4BC3FEA9-1F54-C6A0-D9CC-88F3C261590C}" dt="2025-01-14T21:30:26.298" v="285" actId="20577"/>
          <ac:spMkLst>
            <pc:docMk/>
            <pc:sldMk cId="4144840779" sldId="282"/>
            <ac:spMk id="2" creationId="{C7D7356B-9B2E-D77E-70BC-44D5E544B51A}"/>
          </ac:spMkLst>
        </pc:spChg>
      </pc:sldChg>
      <pc:sldChg chg="addSp delSp modSp new del mod setBg">
        <pc:chgData name="Gość" userId="S::urn:spo:anon#3f0bd74f64e9cf1bb83fc5580a9b7a6a27da845461402115c083873331e8ef0d::" providerId="AD" clId="Web-{4BC3FEA9-1F54-C6A0-D9CC-88F3C261590C}" dt="2025-01-14T21:54:29.972" v="412"/>
        <pc:sldMkLst>
          <pc:docMk/>
          <pc:sldMk cId="2558897037" sldId="285"/>
        </pc:sldMkLst>
        <pc:spChg chg="mod">
          <ac:chgData name="Gość" userId="S::urn:spo:anon#3f0bd74f64e9cf1bb83fc5580a9b7a6a27da845461402115c083873331e8ef0d::" providerId="AD" clId="Web-{4BC3FEA9-1F54-C6A0-D9CC-88F3C261590C}" dt="2025-01-14T21:40:28.943" v="305"/>
          <ac:spMkLst>
            <pc:docMk/>
            <pc:sldMk cId="2558897037" sldId="285"/>
            <ac:spMk id="2" creationId="{0094B8FF-547F-6064-F5FD-84FC9E70034C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9:12.988" v="299"/>
          <ac:spMkLst>
            <pc:docMk/>
            <pc:sldMk cId="2558897037" sldId="285"/>
            <ac:spMk id="3" creationId="{645A302D-C342-154B-CD22-CEF17436A279}"/>
          </ac:spMkLst>
        </pc:spChg>
        <pc:spChg chg="add del mod">
          <ac:chgData name="Gość" userId="S::urn:spo:anon#3f0bd74f64e9cf1bb83fc5580a9b7a6a27da845461402115c083873331e8ef0d::" providerId="AD" clId="Web-{4BC3FEA9-1F54-C6A0-D9CC-88F3C261590C}" dt="2025-01-14T21:38:49.487" v="295"/>
          <ac:spMkLst>
            <pc:docMk/>
            <pc:sldMk cId="2558897037" sldId="285"/>
            <ac:spMk id="8" creationId="{6D13C0DE-0795-DE7D-DD1A-4BC991D4A6E1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40:28.943" v="305"/>
          <ac:spMkLst>
            <pc:docMk/>
            <pc:sldMk cId="2558897037" sldId="285"/>
            <ac:spMk id="9" creationId="{0F8F8F8B-EC33-D9EB-09BF-64C73C4478EF}"/>
          </ac:spMkLst>
        </pc:spChg>
        <pc:spChg chg="add del mod">
          <ac:chgData name="Gość" userId="S::urn:spo:anon#3f0bd74f64e9cf1bb83fc5580a9b7a6a27da845461402115c083873331e8ef0d::" providerId="AD" clId="Web-{4BC3FEA9-1F54-C6A0-D9CC-88F3C261590C}" dt="2025-01-14T21:46:26.971" v="316"/>
          <ac:spMkLst>
            <pc:docMk/>
            <pc:sldMk cId="2558897037" sldId="285"/>
            <ac:spMk id="10" creationId="{80D432BE-B55D-B87D-E7B2-112E4B2A2246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9.487" v="295"/>
          <ac:spMkLst>
            <pc:docMk/>
            <pc:sldMk cId="2558897037" sldId="285"/>
            <ac:spMk id="11" creationId="{F13C74B1-5B17-4795-BED0-7140497B445A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40:28.943" v="305"/>
          <ac:spMkLst>
            <pc:docMk/>
            <pc:sldMk cId="2558897037" sldId="285"/>
            <ac:spMk id="12" creationId="{0B9EE3F3-89B7-43C3-8651-C4C96830993D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9.487" v="295"/>
          <ac:spMkLst>
            <pc:docMk/>
            <pc:sldMk cId="2558897037" sldId="285"/>
            <ac:spMk id="13" creationId="{D4974D33-8DC5-464E-8C6D-BE58F0669C17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40:28.943" v="305"/>
          <ac:spMkLst>
            <pc:docMk/>
            <pc:sldMk cId="2558897037" sldId="285"/>
            <ac:spMk id="14" creationId="{33AE4636-AEEC-45D6-84D4-7AC2DA48ECF8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40:28.943" v="305"/>
          <ac:spMkLst>
            <pc:docMk/>
            <pc:sldMk cId="2558897037" sldId="285"/>
            <ac:spMk id="16" creationId="{8D9CE0F4-2EB2-4F1F-8AAC-DB3571D9FE10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4.362" v="292"/>
          <ac:spMkLst>
            <pc:docMk/>
            <pc:sldMk cId="2558897037" sldId="285"/>
            <ac:spMk id="18" creationId="{45D37F4E-DDB4-456B-97E0-9937730A039F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4.362" v="292"/>
          <ac:spMkLst>
            <pc:docMk/>
            <pc:sldMk cId="2558897037" sldId="285"/>
            <ac:spMk id="20" creationId="{B2DD41CD-8F47-4F56-AD12-4E2FF7696987}"/>
          </ac:spMkLst>
        </pc:spChg>
        <pc:spChg chg="add mod">
          <ac:chgData name="Gość" userId="S::urn:spo:anon#3f0bd74f64e9cf1bb83fc5580a9b7a6a27da845461402115c083873331e8ef0d::" providerId="AD" clId="Web-{4BC3FEA9-1F54-C6A0-D9CC-88F3C261590C}" dt="2025-01-14T21:47:56.553" v="320"/>
          <ac:spMkLst>
            <pc:docMk/>
            <pc:sldMk cId="2558897037" sldId="285"/>
            <ac:spMk id="21" creationId="{C77A4FED-200B-B393-5EE6-F3AB2B9A40C0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7.940" v="294"/>
          <ac:spMkLst>
            <pc:docMk/>
            <pc:sldMk cId="2558897037" sldId="285"/>
            <ac:spMk id="22" creationId="{743AA782-23D1-4521-8CAD-47662984AA08}"/>
          </ac:spMkLst>
        </pc:spChg>
        <pc:spChg chg="add del">
          <ac:chgData name="Gość" userId="S::urn:spo:anon#3f0bd74f64e9cf1bb83fc5580a9b7a6a27da845461402115c083873331e8ef0d::" providerId="AD" clId="Web-{4BC3FEA9-1F54-C6A0-D9CC-88F3C261590C}" dt="2025-01-14T21:38:47.940" v="294"/>
          <ac:spMkLst>
            <pc:docMk/>
            <pc:sldMk cId="2558897037" sldId="285"/>
            <ac:spMk id="23" creationId="{71877DBC-BB60-40F0-AC93-2ACDBAAE60CE}"/>
          </ac:spMkLst>
        </pc:spChg>
        <pc:picChg chg="add del mod ord">
          <ac:chgData name="Gość" userId="S::urn:spo:anon#3f0bd74f64e9cf1bb83fc5580a9b7a6a27da845461402115c083873331e8ef0d::" providerId="AD" clId="Web-{4BC3FEA9-1F54-C6A0-D9CC-88F3C261590C}" dt="2025-01-14T21:38:51.331" v="298"/>
          <ac:picMkLst>
            <pc:docMk/>
            <pc:sldMk cId="2558897037" sldId="285"/>
            <ac:picMk id="4" creationId="{4CE6B495-D49C-13FD-98BE-88B38FAD7FDE}"/>
          </ac:picMkLst>
        </pc:picChg>
        <pc:picChg chg="add del mod ord">
          <ac:chgData name="Gość" userId="S::urn:spo:anon#3f0bd74f64e9cf1bb83fc5580a9b7a6a27da845461402115c083873331e8ef0d::" providerId="AD" clId="Web-{4BC3FEA9-1F54-C6A0-D9CC-88F3C261590C}" dt="2025-01-14T21:44:16.607" v="312"/>
          <ac:picMkLst>
            <pc:docMk/>
            <pc:sldMk cId="2558897037" sldId="285"/>
            <ac:picMk id="5" creationId="{0F609491-2277-0D23-0722-41338AB70B64}"/>
          </ac:picMkLst>
        </pc:picChg>
        <pc:picChg chg="add mod">
          <ac:chgData name="Gość" userId="S::urn:spo:anon#3f0bd74f64e9cf1bb83fc5580a9b7a6a27da845461402115c083873331e8ef0d::" providerId="AD" clId="Web-{4BC3FEA9-1F54-C6A0-D9CC-88F3C261590C}" dt="2025-01-14T21:44:33.342" v="315" actId="1076"/>
          <ac:picMkLst>
            <pc:docMk/>
            <pc:sldMk cId="2558897037" sldId="285"/>
            <ac:picMk id="6" creationId="{37A27E87-2E47-CFBC-F79D-DEA223679B16}"/>
          </ac:picMkLst>
        </pc:picChg>
        <pc:picChg chg="add del mod ord">
          <ac:chgData name="Gość" userId="S::urn:spo:anon#3f0bd74f64e9cf1bb83fc5580a9b7a6a27da845461402115c083873331e8ef0d::" providerId="AD" clId="Web-{4BC3FEA9-1F54-C6A0-D9CC-88F3C261590C}" dt="2025-01-14T21:47:56.553" v="320"/>
          <ac:picMkLst>
            <pc:docMk/>
            <pc:sldMk cId="2558897037" sldId="285"/>
            <ac:picMk id="15" creationId="{8581DBD0-D599-58EE-D646-A7264533DE00}"/>
          </ac:picMkLst>
        </pc:picChg>
        <pc:picChg chg="add del mod">
          <ac:chgData name="Gość" userId="S::urn:spo:anon#3f0bd74f64e9cf1bb83fc5580a9b7a6a27da845461402115c083873331e8ef0d::" providerId="AD" clId="Web-{4BC3FEA9-1F54-C6A0-D9CC-88F3C261590C}" dt="2025-01-14T21:51:56.623" v="323"/>
          <ac:picMkLst>
            <pc:docMk/>
            <pc:sldMk cId="2558897037" sldId="285"/>
            <ac:picMk id="17" creationId="{D1B4F98B-4141-3B45-4379-F066537C658A}"/>
          </ac:picMkLst>
        </pc:picChg>
      </pc:sldChg>
      <pc:sldChg chg="addSp modSp">
        <pc:chgData name="Gość" userId="S::urn:spo:anon#3f0bd74f64e9cf1bb83fc5580a9b7a6a27da845461402115c083873331e8ef0d::" providerId="AD" clId="Web-{4BC3FEA9-1F54-C6A0-D9CC-88F3C261590C}" dt="2025-01-14T21:54:20.332" v="411" actId="1076"/>
        <pc:sldMkLst>
          <pc:docMk/>
          <pc:sldMk cId="3339028853" sldId="288"/>
        </pc:sldMkLst>
        <pc:spChg chg="mod">
          <ac:chgData name="Gość" userId="S::urn:spo:anon#3f0bd74f64e9cf1bb83fc5580a9b7a6a27da845461402115c083873331e8ef0d::" providerId="AD" clId="Web-{4BC3FEA9-1F54-C6A0-D9CC-88F3C261590C}" dt="2025-01-14T21:54:05.784" v="410" actId="20577"/>
          <ac:spMkLst>
            <pc:docMk/>
            <pc:sldMk cId="3339028853" sldId="288"/>
            <ac:spMk id="12" creationId="{F99F9F7F-C34F-1C6F-535A-F4568C9A2EE6}"/>
          </ac:spMkLst>
        </pc:spChg>
        <pc:picChg chg="mod">
          <ac:chgData name="Gość" userId="S::urn:spo:anon#3f0bd74f64e9cf1bb83fc5580a9b7a6a27da845461402115c083873331e8ef0d::" providerId="AD" clId="Web-{4BC3FEA9-1F54-C6A0-D9CC-88F3C261590C}" dt="2025-01-14T21:54:20.332" v="411" actId="1076"/>
          <ac:picMkLst>
            <pc:docMk/>
            <pc:sldMk cId="3339028853" sldId="288"/>
            <ac:picMk id="6" creationId="{7F9AC23D-F6DF-0C1B-9524-7E71876798DD}"/>
          </ac:picMkLst>
        </pc:picChg>
        <pc:picChg chg="add mod">
          <ac:chgData name="Gość" userId="S::urn:spo:anon#3f0bd74f64e9cf1bb83fc5580a9b7a6a27da845461402115c083873331e8ef0d::" providerId="AD" clId="Web-{4BC3FEA9-1F54-C6A0-D9CC-88F3C261590C}" dt="2025-01-14T21:52:33.906" v="330" actId="14100"/>
          <ac:picMkLst>
            <pc:docMk/>
            <pc:sldMk cId="3339028853" sldId="288"/>
            <ac:picMk id="33" creationId="{785123AE-B8C7-CC8A-E838-0DB719630D46}"/>
          </ac:picMkLst>
        </pc:picChg>
      </pc:sldChg>
    </pc:docChg>
  </pc:docChgLst>
  <pc:docChgLst>
    <pc:chgData name="Hałaczkiewicz Kuba (STUD)" userId="2b5493c4-0a8e-4abd-9f3c-58ba618c2ada" providerId="ADAL" clId="{2C6B9096-6D34-42EF-AC5C-6DB25A097A6C}"/>
    <pc:docChg chg="undo custSel addSld delSld modSld sldOrd">
      <pc:chgData name="Hałaczkiewicz Kuba (STUD)" userId="2b5493c4-0a8e-4abd-9f3c-58ba618c2ada" providerId="ADAL" clId="{2C6B9096-6D34-42EF-AC5C-6DB25A097A6C}" dt="2025-01-14T21:54:28.484" v="1374" actId="47"/>
      <pc:docMkLst>
        <pc:docMk/>
      </pc:docMkLst>
      <pc:sldChg chg="del">
        <pc:chgData name="Hałaczkiewicz Kuba (STUD)" userId="2b5493c4-0a8e-4abd-9f3c-58ba618c2ada" providerId="ADAL" clId="{2C6B9096-6D34-42EF-AC5C-6DB25A097A6C}" dt="2025-01-14T20:16:13.643" v="310" actId="47"/>
        <pc:sldMkLst>
          <pc:docMk/>
          <pc:sldMk cId="3610162551" sldId="256"/>
        </pc:sldMkLst>
      </pc:sldChg>
      <pc:sldChg chg="modSp del mod">
        <pc:chgData name="Hałaczkiewicz Kuba (STUD)" userId="2b5493c4-0a8e-4abd-9f3c-58ba618c2ada" providerId="ADAL" clId="{2C6B9096-6D34-42EF-AC5C-6DB25A097A6C}" dt="2025-01-14T20:13:20.599" v="270" actId="47"/>
        <pc:sldMkLst>
          <pc:docMk/>
          <pc:sldMk cId="1700183542" sldId="257"/>
        </pc:sldMkLst>
        <pc:spChg chg="mod">
          <ac:chgData name="Hałaczkiewicz Kuba (STUD)" userId="2b5493c4-0a8e-4abd-9f3c-58ba618c2ada" providerId="ADAL" clId="{2C6B9096-6D34-42EF-AC5C-6DB25A097A6C}" dt="2025-01-14T19:37:23.536" v="45" actId="20577"/>
          <ac:spMkLst>
            <pc:docMk/>
            <pc:sldMk cId="1700183542" sldId="257"/>
            <ac:spMk id="3" creationId="{4F620B21-E2A5-CAA0-3D96-F688A3F47BF5}"/>
          </ac:spMkLst>
        </pc:spChg>
      </pc:sldChg>
      <pc:sldChg chg="addSp delSp modSp new del mod">
        <pc:chgData name="Hałaczkiewicz Kuba (STUD)" userId="2b5493c4-0a8e-4abd-9f3c-58ba618c2ada" providerId="ADAL" clId="{2C6B9096-6D34-42EF-AC5C-6DB25A097A6C}" dt="2025-01-14T20:14:52.684" v="296" actId="47"/>
        <pc:sldMkLst>
          <pc:docMk/>
          <pc:sldMk cId="238479982" sldId="258"/>
        </pc:sldMkLst>
        <pc:spChg chg="mod">
          <ac:chgData name="Hałaczkiewicz Kuba (STUD)" userId="2b5493c4-0a8e-4abd-9f3c-58ba618c2ada" providerId="ADAL" clId="{2C6B9096-6D34-42EF-AC5C-6DB25A097A6C}" dt="2025-01-14T19:35:46.680" v="15" actId="20577"/>
          <ac:spMkLst>
            <pc:docMk/>
            <pc:sldMk cId="238479982" sldId="258"/>
            <ac:spMk id="2" creationId="{7CFAC570-BCA5-4743-03A6-10D2EA9F489A}"/>
          </ac:spMkLst>
        </pc:spChg>
        <pc:spChg chg="del">
          <ac:chgData name="Hałaczkiewicz Kuba (STUD)" userId="2b5493c4-0a8e-4abd-9f3c-58ba618c2ada" providerId="ADAL" clId="{2C6B9096-6D34-42EF-AC5C-6DB25A097A6C}" dt="2025-01-14T19:41:38.504" v="52" actId="1032"/>
          <ac:spMkLst>
            <pc:docMk/>
            <pc:sldMk cId="238479982" sldId="258"/>
            <ac:spMk id="3" creationId="{CAEE88E0-BEA7-626C-E77E-DA7E97CE9A85}"/>
          </ac:spMkLst>
        </pc:spChg>
        <pc:spChg chg="add mod">
          <ac:chgData name="Hałaczkiewicz Kuba (STUD)" userId="2b5493c4-0a8e-4abd-9f3c-58ba618c2ada" providerId="ADAL" clId="{2C6B9096-6D34-42EF-AC5C-6DB25A097A6C}" dt="2025-01-14T19:40:30.215" v="51"/>
          <ac:spMkLst>
            <pc:docMk/>
            <pc:sldMk cId="238479982" sldId="258"/>
            <ac:spMk id="4" creationId="{AD2AFB8C-CD88-88B6-9671-D33B9254212A}"/>
          </ac:spMkLst>
        </pc:spChg>
        <pc:spChg chg="add">
          <ac:chgData name="Hałaczkiewicz Kuba (STUD)" userId="2b5493c4-0a8e-4abd-9f3c-58ba618c2ada" providerId="ADAL" clId="{2C6B9096-6D34-42EF-AC5C-6DB25A097A6C}" dt="2025-01-14T19:39:34.871" v="47" actId="11529"/>
          <ac:spMkLst>
            <pc:docMk/>
            <pc:sldMk cId="238479982" sldId="258"/>
            <ac:spMk id="5" creationId="{5E3E8FA5-CF31-79E1-7441-E410FD6D5A4F}"/>
          </ac:spMkLst>
        </pc:spChg>
        <pc:spChg chg="add del mod">
          <ac:chgData name="Hałaczkiewicz Kuba (STUD)" userId="2b5493c4-0a8e-4abd-9f3c-58ba618c2ada" providerId="ADAL" clId="{2C6B9096-6D34-42EF-AC5C-6DB25A097A6C}" dt="2025-01-14T19:44:47.906" v="68" actId="1032"/>
          <ac:spMkLst>
            <pc:docMk/>
            <pc:sldMk cId="238479982" sldId="258"/>
            <ac:spMk id="8" creationId="{9D3A28DB-B371-05C2-A18F-125518CFB11E}"/>
          </ac:spMkLst>
        </pc:spChg>
        <pc:graphicFrameChg chg="add del mod modGraphic">
          <ac:chgData name="Hałaczkiewicz Kuba (STUD)" userId="2b5493c4-0a8e-4abd-9f3c-58ba618c2ada" providerId="ADAL" clId="{2C6B9096-6D34-42EF-AC5C-6DB25A097A6C}" dt="2025-01-14T19:44:26.245" v="67" actId="478"/>
          <ac:graphicFrameMkLst>
            <pc:docMk/>
            <pc:sldMk cId="238479982" sldId="258"/>
            <ac:graphicFrameMk id="6" creationId="{7E80FF08-0BFD-6314-6A20-60F2A737DCEA}"/>
          </ac:graphicFrameMkLst>
        </pc:graphicFrameChg>
        <pc:graphicFrameChg chg="add mod modGraphic">
          <ac:chgData name="Hałaczkiewicz Kuba (STUD)" userId="2b5493c4-0a8e-4abd-9f3c-58ba618c2ada" providerId="ADAL" clId="{2C6B9096-6D34-42EF-AC5C-6DB25A097A6C}" dt="2025-01-14T19:50:47.113" v="267" actId="255"/>
          <ac:graphicFrameMkLst>
            <pc:docMk/>
            <pc:sldMk cId="238479982" sldId="258"/>
            <ac:graphicFrameMk id="9" creationId="{2E2C66F5-5BB6-6E13-582F-477F0A35FC73}"/>
          </ac:graphicFrameMkLst>
        </pc:graphicFrameChg>
        <pc:graphicFrameChg chg="add mod">
          <ac:chgData name="Hałaczkiewicz Kuba (STUD)" userId="2b5493c4-0a8e-4abd-9f3c-58ba618c2ada" providerId="ADAL" clId="{2C6B9096-6D34-42EF-AC5C-6DB25A097A6C}" dt="2025-01-14T19:45:31.898" v="73" actId="1076"/>
          <ac:graphicFrameMkLst>
            <pc:docMk/>
            <pc:sldMk cId="238479982" sldId="258"/>
            <ac:graphicFrameMk id="10" creationId="{E0D16FD2-2513-F400-0CDE-5C9F38451A6E}"/>
          </ac:graphicFrameMkLst>
        </pc:graphicFrameChg>
      </pc:sldChg>
      <pc:sldChg chg="del">
        <pc:chgData name="Hałaczkiewicz Kuba (STUD)" userId="2b5493c4-0a8e-4abd-9f3c-58ba618c2ada" providerId="ADAL" clId="{2C6B9096-6D34-42EF-AC5C-6DB25A097A6C}" dt="2025-01-14T20:14:46.855" v="295" actId="47"/>
        <pc:sldMkLst>
          <pc:docMk/>
          <pc:sldMk cId="4028794205" sldId="259"/>
        </pc:sldMkLst>
      </pc:sldChg>
      <pc:sldChg chg="modSp del mod">
        <pc:chgData name="Hałaczkiewicz Kuba (STUD)" userId="2b5493c4-0a8e-4abd-9f3c-58ba618c2ada" providerId="ADAL" clId="{2C6B9096-6D34-42EF-AC5C-6DB25A097A6C}" dt="2025-01-14T20:15:33.211" v="302" actId="47"/>
        <pc:sldMkLst>
          <pc:docMk/>
          <pc:sldMk cId="502335425" sldId="260"/>
        </pc:sldMkLst>
        <pc:spChg chg="mod">
          <ac:chgData name="Hałaczkiewicz Kuba (STUD)" userId="2b5493c4-0a8e-4abd-9f3c-58ba618c2ada" providerId="ADAL" clId="{2C6B9096-6D34-42EF-AC5C-6DB25A097A6C}" dt="2025-01-14T20:15:19.491" v="298" actId="1076"/>
          <ac:spMkLst>
            <pc:docMk/>
            <pc:sldMk cId="502335425" sldId="260"/>
            <ac:spMk id="2" creationId="{31A37641-893D-EDF3-511F-D54E53DC331A}"/>
          </ac:spMkLst>
        </pc:spChg>
        <pc:spChg chg="mod">
          <ac:chgData name="Hałaczkiewicz Kuba (STUD)" userId="2b5493c4-0a8e-4abd-9f3c-58ba618c2ada" providerId="ADAL" clId="{2C6B9096-6D34-42EF-AC5C-6DB25A097A6C}" dt="2025-01-14T20:15:19.491" v="298" actId="1076"/>
          <ac:spMkLst>
            <pc:docMk/>
            <pc:sldMk cId="502335425" sldId="260"/>
            <ac:spMk id="7" creationId="{1A3A6A07-4689-6C78-B8BE-68487E613B01}"/>
          </ac:spMkLst>
        </pc:spChg>
        <pc:picChg chg="mod">
          <ac:chgData name="Hałaczkiewicz Kuba (STUD)" userId="2b5493c4-0a8e-4abd-9f3c-58ba618c2ada" providerId="ADAL" clId="{2C6B9096-6D34-42EF-AC5C-6DB25A097A6C}" dt="2025-01-14T20:15:19.491" v="298" actId="1076"/>
          <ac:picMkLst>
            <pc:docMk/>
            <pc:sldMk cId="502335425" sldId="260"/>
            <ac:picMk id="5" creationId="{6726E72B-F545-FD98-F76E-6F4CF891A39E}"/>
          </ac:picMkLst>
        </pc:picChg>
      </pc:sldChg>
      <pc:sldChg chg="modSp add del mod">
        <pc:chgData name="Hałaczkiewicz Kuba (STUD)" userId="2b5493c4-0a8e-4abd-9f3c-58ba618c2ada" providerId="ADAL" clId="{2C6B9096-6D34-42EF-AC5C-6DB25A097A6C}" dt="2025-01-14T20:24:53.545" v="415" actId="47"/>
        <pc:sldMkLst>
          <pc:docMk/>
          <pc:sldMk cId="925153704" sldId="260"/>
        </pc:sldMkLst>
        <pc:graphicFrameChg chg="mod">
          <ac:chgData name="Hałaczkiewicz Kuba (STUD)" userId="2b5493c4-0a8e-4abd-9f3c-58ba618c2ada" providerId="ADAL" clId="{2C6B9096-6D34-42EF-AC5C-6DB25A097A6C}" dt="2025-01-14T20:19:50.610" v="322" actId="14100"/>
          <ac:graphicFrameMkLst>
            <pc:docMk/>
            <pc:sldMk cId="925153704" sldId="260"/>
            <ac:graphicFrameMk id="6" creationId="{F65A3E68-6B74-F35B-3138-E586B4F84AA3}"/>
          </ac:graphicFrameMkLst>
        </pc:graphicFrameChg>
      </pc:sldChg>
      <pc:sldChg chg="addSp delSp modSp del mod">
        <pc:chgData name="Hałaczkiewicz Kuba (STUD)" userId="2b5493c4-0a8e-4abd-9f3c-58ba618c2ada" providerId="ADAL" clId="{2C6B9096-6D34-42EF-AC5C-6DB25A097A6C}" dt="2025-01-14T21:09:08.545" v="694" actId="47"/>
        <pc:sldMkLst>
          <pc:docMk/>
          <pc:sldMk cId="999298474" sldId="261"/>
        </pc:sldMkLst>
        <pc:spChg chg="mod">
          <ac:chgData name="Hałaczkiewicz Kuba (STUD)" userId="2b5493c4-0a8e-4abd-9f3c-58ba618c2ada" providerId="ADAL" clId="{2C6B9096-6D34-42EF-AC5C-6DB25A097A6C}" dt="2025-01-14T21:04:49.518" v="643" actId="255"/>
          <ac:spMkLst>
            <pc:docMk/>
            <pc:sldMk cId="999298474" sldId="261"/>
            <ac:spMk id="2" creationId="{7CB2D630-7295-F32C-64FD-E35DDBC39DF6}"/>
          </ac:spMkLst>
        </pc:spChg>
        <pc:spChg chg="add del mod">
          <ac:chgData name="Hałaczkiewicz Kuba (STUD)" userId="2b5493c4-0a8e-4abd-9f3c-58ba618c2ada" providerId="ADAL" clId="{2C6B9096-6D34-42EF-AC5C-6DB25A097A6C}" dt="2025-01-14T20:53:15.547" v="595" actId="478"/>
          <ac:spMkLst>
            <pc:docMk/>
            <pc:sldMk cId="999298474" sldId="261"/>
            <ac:spMk id="10" creationId="{880BD327-0B99-BF76-1897-068C04B613E2}"/>
          </ac:spMkLst>
        </pc:spChg>
        <pc:picChg chg="add del mod">
          <ac:chgData name="Hałaczkiewicz Kuba (STUD)" userId="2b5493c4-0a8e-4abd-9f3c-58ba618c2ada" providerId="ADAL" clId="{2C6B9096-6D34-42EF-AC5C-6DB25A097A6C}" dt="2025-01-14T20:51:21.129" v="587" actId="478"/>
          <ac:picMkLst>
            <pc:docMk/>
            <pc:sldMk cId="999298474" sldId="261"/>
            <ac:picMk id="7" creationId="{A171F64E-4378-8D76-9A90-BF4B370573CE}"/>
          </ac:picMkLst>
        </pc:picChg>
        <pc:picChg chg="add del mod">
          <ac:chgData name="Hałaczkiewicz Kuba (STUD)" userId="2b5493c4-0a8e-4abd-9f3c-58ba618c2ada" providerId="ADAL" clId="{2C6B9096-6D34-42EF-AC5C-6DB25A097A6C}" dt="2025-01-14T20:56:54.885" v="603" actId="478"/>
          <ac:picMkLst>
            <pc:docMk/>
            <pc:sldMk cId="999298474" sldId="261"/>
            <ac:picMk id="9" creationId="{7473E48D-EBF6-F0B5-B47F-E39BBE5147E9}"/>
          </ac:picMkLst>
        </pc:picChg>
      </pc:sldChg>
      <pc:sldChg chg="del">
        <pc:chgData name="Hałaczkiewicz Kuba (STUD)" userId="2b5493c4-0a8e-4abd-9f3c-58ba618c2ada" providerId="ADAL" clId="{2C6B9096-6D34-42EF-AC5C-6DB25A097A6C}" dt="2025-01-14T21:40:38.414" v="1204" actId="47"/>
        <pc:sldMkLst>
          <pc:docMk/>
          <pc:sldMk cId="4035643864" sldId="262"/>
        </pc:sldMkLst>
      </pc:sldChg>
      <pc:sldChg chg="addSp delSp modSp add mod">
        <pc:chgData name="Hałaczkiewicz Kuba (STUD)" userId="2b5493c4-0a8e-4abd-9f3c-58ba618c2ada" providerId="ADAL" clId="{2C6B9096-6D34-42EF-AC5C-6DB25A097A6C}" dt="2025-01-14T21:11:45.193" v="709" actId="478"/>
        <pc:sldMkLst>
          <pc:docMk/>
          <pc:sldMk cId="4169526436" sldId="263"/>
        </pc:sldMkLst>
        <pc:picChg chg="add mod">
          <ac:chgData name="Hałaczkiewicz Kuba (STUD)" userId="2b5493c4-0a8e-4abd-9f3c-58ba618c2ada" providerId="ADAL" clId="{2C6B9096-6D34-42EF-AC5C-6DB25A097A6C}" dt="2025-01-14T21:11:37.043" v="706" actId="1076"/>
          <ac:picMkLst>
            <pc:docMk/>
            <pc:sldMk cId="4169526436" sldId="263"/>
            <ac:picMk id="7" creationId="{71068A97-6CB0-7AFC-36C6-E960BCA74B27}"/>
          </ac:picMkLst>
        </pc:picChg>
        <pc:picChg chg="add del mod">
          <ac:chgData name="Hałaczkiewicz Kuba (STUD)" userId="2b5493c4-0a8e-4abd-9f3c-58ba618c2ada" providerId="ADAL" clId="{2C6B9096-6D34-42EF-AC5C-6DB25A097A6C}" dt="2025-01-14T21:11:45.193" v="709" actId="478"/>
          <ac:picMkLst>
            <pc:docMk/>
            <pc:sldMk cId="4169526436" sldId="263"/>
            <ac:picMk id="9" creationId="{7AD192C8-1552-169F-2063-495E8A9F1415}"/>
          </ac:picMkLst>
        </pc:picChg>
      </pc:sldChg>
      <pc:sldChg chg="addSp delSp modSp add del mod">
        <pc:chgData name="Hałaczkiewicz Kuba (STUD)" userId="2b5493c4-0a8e-4abd-9f3c-58ba618c2ada" providerId="ADAL" clId="{2C6B9096-6D34-42EF-AC5C-6DB25A097A6C}" dt="2025-01-14T20:27:12.837" v="447" actId="47"/>
        <pc:sldMkLst>
          <pc:docMk/>
          <pc:sldMk cId="457624419" sldId="264"/>
        </pc:sldMkLst>
        <pc:spChg chg="mod">
          <ac:chgData name="Hałaczkiewicz Kuba (STUD)" userId="2b5493c4-0a8e-4abd-9f3c-58ba618c2ada" providerId="ADAL" clId="{2C6B9096-6D34-42EF-AC5C-6DB25A097A6C}" dt="2025-01-14T20:26:47.160" v="441" actId="1076"/>
          <ac:spMkLst>
            <pc:docMk/>
            <pc:sldMk cId="457624419" sldId="264"/>
            <ac:spMk id="2" creationId="{026B6037-AF8D-77E2-3A7D-470B6A820621}"/>
          </ac:spMkLst>
        </pc:spChg>
        <pc:spChg chg="add del mod">
          <ac:chgData name="Hałaczkiewicz Kuba (STUD)" userId="2b5493c4-0a8e-4abd-9f3c-58ba618c2ada" providerId="ADAL" clId="{2C6B9096-6D34-42EF-AC5C-6DB25A097A6C}" dt="2025-01-14T20:27:06.262" v="445" actId="478"/>
          <ac:spMkLst>
            <pc:docMk/>
            <pc:sldMk cId="457624419" sldId="264"/>
            <ac:spMk id="7" creationId="{ED2FAB30-FCF5-FEC6-1BA0-8C9F592362D4}"/>
          </ac:spMkLst>
        </pc:spChg>
        <pc:graphicFrameChg chg="add del mod">
          <ac:chgData name="Hałaczkiewicz Kuba (STUD)" userId="2b5493c4-0a8e-4abd-9f3c-58ba618c2ada" providerId="ADAL" clId="{2C6B9096-6D34-42EF-AC5C-6DB25A097A6C}" dt="2025-01-14T20:26:45.793" v="440" actId="478"/>
          <ac:graphicFrameMkLst>
            <pc:docMk/>
            <pc:sldMk cId="457624419" sldId="264"/>
            <ac:graphicFrameMk id="8" creationId="{039E5E27-C115-1B06-730A-1CE630A47BF1}"/>
          </ac:graphicFrameMkLst>
        </pc:graphicFrameChg>
        <pc:graphicFrameChg chg="del mod">
          <ac:chgData name="Hałaczkiewicz Kuba (STUD)" userId="2b5493c4-0a8e-4abd-9f3c-58ba618c2ada" providerId="ADAL" clId="{2C6B9096-6D34-42EF-AC5C-6DB25A097A6C}" dt="2025-01-14T20:25:43.750" v="424" actId="478"/>
          <ac:graphicFrameMkLst>
            <pc:docMk/>
            <pc:sldMk cId="457624419" sldId="264"/>
            <ac:graphicFrameMk id="9" creationId="{A830C850-0FED-B6F7-31E6-B015D21B8E79}"/>
          </ac:graphicFrameMkLst>
        </pc:graphicFrameChg>
      </pc:sldChg>
      <pc:sldChg chg="del">
        <pc:chgData name="Hałaczkiewicz Kuba (STUD)" userId="2b5493c4-0a8e-4abd-9f3c-58ba618c2ada" providerId="ADAL" clId="{2C6B9096-6D34-42EF-AC5C-6DB25A097A6C}" dt="2025-01-14T20:33:18.330" v="523" actId="47"/>
        <pc:sldMkLst>
          <pc:docMk/>
          <pc:sldMk cId="3945615227" sldId="265"/>
        </pc:sldMkLst>
      </pc:sldChg>
      <pc:sldChg chg="addSp delSp modSp add del mod">
        <pc:chgData name="Hałaczkiewicz Kuba (STUD)" userId="2b5493c4-0a8e-4abd-9f3c-58ba618c2ada" providerId="ADAL" clId="{2C6B9096-6D34-42EF-AC5C-6DB25A097A6C}" dt="2025-01-14T20:24:42.372" v="413" actId="47"/>
        <pc:sldMkLst>
          <pc:docMk/>
          <pc:sldMk cId="580598280" sldId="266"/>
        </pc:sldMkLst>
        <pc:spChg chg="add del mod">
          <ac:chgData name="Hałaczkiewicz Kuba (STUD)" userId="2b5493c4-0a8e-4abd-9f3c-58ba618c2ada" providerId="ADAL" clId="{2C6B9096-6D34-42EF-AC5C-6DB25A097A6C}" dt="2025-01-14T20:14:18.424" v="282" actId="478"/>
          <ac:spMkLst>
            <pc:docMk/>
            <pc:sldMk cId="580598280" sldId="266"/>
            <ac:spMk id="3" creationId="{7B09F5F1-745D-D3D5-1560-2F074051967F}"/>
          </ac:spMkLst>
        </pc:spChg>
        <pc:spChg chg="mod">
          <ac:chgData name="Hałaczkiewicz Kuba (STUD)" userId="2b5493c4-0a8e-4abd-9f3c-58ba618c2ada" providerId="ADAL" clId="{2C6B9096-6D34-42EF-AC5C-6DB25A097A6C}" dt="2025-01-14T20:19:14.608" v="316" actId="1076"/>
          <ac:spMkLst>
            <pc:docMk/>
            <pc:sldMk cId="580598280" sldId="266"/>
            <ac:spMk id="4" creationId="{AD2AFB8C-CD88-88B6-9671-D33B9254212A}"/>
          </ac:spMkLst>
        </pc:spChg>
        <pc:spChg chg="add mod">
          <ac:chgData name="Hałaczkiewicz Kuba (STUD)" userId="2b5493c4-0a8e-4abd-9f3c-58ba618c2ada" providerId="ADAL" clId="{2C6B9096-6D34-42EF-AC5C-6DB25A097A6C}" dt="2025-01-14T20:14:21.796" v="283" actId="1076"/>
          <ac:spMkLst>
            <pc:docMk/>
            <pc:sldMk cId="580598280" sldId="266"/>
            <ac:spMk id="6" creationId="{C18D8310-3A77-941A-A668-50F12B9C0A12}"/>
          </ac:spMkLst>
        </pc:spChg>
        <pc:spChg chg="add mod">
          <ac:chgData name="Hałaczkiewicz Kuba (STUD)" userId="2b5493c4-0a8e-4abd-9f3c-58ba618c2ada" providerId="ADAL" clId="{2C6B9096-6D34-42EF-AC5C-6DB25A097A6C}" dt="2025-01-14T20:14:41.246" v="294" actId="1076"/>
          <ac:spMkLst>
            <pc:docMk/>
            <pc:sldMk cId="580598280" sldId="266"/>
            <ac:spMk id="7" creationId="{EDC68169-50D5-3722-B2F7-2679D23A90BE}"/>
          </ac:spMkLst>
        </pc:spChg>
        <pc:spChg chg="del">
          <ac:chgData name="Hałaczkiewicz Kuba (STUD)" userId="2b5493c4-0a8e-4abd-9f3c-58ba618c2ada" providerId="ADAL" clId="{2C6B9096-6D34-42EF-AC5C-6DB25A097A6C}" dt="2025-01-14T20:13:42.932" v="272" actId="478"/>
          <ac:spMkLst>
            <pc:docMk/>
            <pc:sldMk cId="580598280" sldId="266"/>
            <ac:spMk id="21" creationId="{D4097207-C7E3-B24B-BAB4-1193C4C213D4}"/>
          </ac:spMkLst>
        </pc:spChg>
        <pc:spChg chg="del">
          <ac:chgData name="Hałaczkiewicz Kuba (STUD)" userId="2b5493c4-0a8e-4abd-9f3c-58ba618c2ada" providerId="ADAL" clId="{2C6B9096-6D34-42EF-AC5C-6DB25A097A6C}" dt="2025-01-14T20:13:42.932" v="272" actId="478"/>
          <ac:spMkLst>
            <pc:docMk/>
            <pc:sldMk cId="580598280" sldId="266"/>
            <ac:spMk id="22" creationId="{C8ABBFA0-7CC5-7A27-F265-31908D53EEB8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0:23:05.940" v="371"/>
          <ac:graphicFrameMkLst>
            <pc:docMk/>
            <pc:sldMk cId="580598280" sldId="266"/>
            <ac:graphicFrameMk id="9" creationId="{2E2C66F5-5BB6-6E13-582F-477F0A35FC73}"/>
          </ac:graphicFrameMkLst>
        </pc:graphicFrameChg>
        <pc:graphicFrameChg chg="add mod">
          <ac:chgData name="Hałaczkiewicz Kuba (STUD)" userId="2b5493c4-0a8e-4abd-9f3c-58ba618c2ada" providerId="ADAL" clId="{2C6B9096-6D34-42EF-AC5C-6DB25A097A6C}" dt="2025-01-14T20:23:13.837" v="372"/>
          <ac:graphicFrameMkLst>
            <pc:docMk/>
            <pc:sldMk cId="580598280" sldId="266"/>
            <ac:graphicFrameMk id="11" creationId="{67215BC1-36AF-00D6-C9E8-CBE41E94F6F2}"/>
          </ac:graphicFrameMkLst>
        </pc:graphicFrameChg>
        <pc:graphicFrameChg chg="add mod">
          <ac:chgData name="Hałaczkiewicz Kuba (STUD)" userId="2b5493c4-0a8e-4abd-9f3c-58ba618c2ada" providerId="ADAL" clId="{2C6B9096-6D34-42EF-AC5C-6DB25A097A6C}" dt="2025-01-14T20:23:35.234" v="373"/>
          <ac:graphicFrameMkLst>
            <pc:docMk/>
            <pc:sldMk cId="580598280" sldId="266"/>
            <ac:graphicFrameMk id="12" creationId="{29172CBF-DED5-61A0-1381-E7EE7B247045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0:14:29.277" v="287" actId="1076"/>
          <ac:picMkLst>
            <pc:docMk/>
            <pc:sldMk cId="580598280" sldId="266"/>
            <ac:picMk id="8" creationId="{20A69AEC-7055-D32F-C00D-CF51B3598F2F}"/>
          </ac:picMkLst>
        </pc:picChg>
        <pc:picChg chg="add mod">
          <ac:chgData name="Hałaczkiewicz Kuba (STUD)" userId="2b5493c4-0a8e-4abd-9f3c-58ba618c2ada" providerId="ADAL" clId="{2C6B9096-6D34-42EF-AC5C-6DB25A097A6C}" dt="2025-01-14T20:14:32.553" v="288" actId="14100"/>
          <ac:picMkLst>
            <pc:docMk/>
            <pc:sldMk cId="580598280" sldId="266"/>
            <ac:picMk id="10" creationId="{3CF198F7-12EC-273B-81DE-D9A0625C5B3B}"/>
          </ac:picMkLst>
        </pc:picChg>
        <pc:picChg chg="del">
          <ac:chgData name="Hałaczkiewicz Kuba (STUD)" userId="2b5493c4-0a8e-4abd-9f3c-58ba618c2ada" providerId="ADAL" clId="{2C6B9096-6D34-42EF-AC5C-6DB25A097A6C}" dt="2025-01-14T20:13:42.932" v="272" actId="478"/>
          <ac:picMkLst>
            <pc:docMk/>
            <pc:sldMk cId="580598280" sldId="266"/>
            <ac:picMk id="23" creationId="{644344FF-0A3D-54BF-5ABA-7F2F7AE85AF1}"/>
          </ac:picMkLst>
        </pc:picChg>
      </pc:sldChg>
      <pc:sldChg chg="addSp modSp add del mod">
        <pc:chgData name="Hałaczkiewicz Kuba (STUD)" userId="2b5493c4-0a8e-4abd-9f3c-58ba618c2ada" providerId="ADAL" clId="{2C6B9096-6D34-42EF-AC5C-6DB25A097A6C}" dt="2025-01-14T20:25:27.785" v="423" actId="47"/>
        <pc:sldMkLst>
          <pc:docMk/>
          <pc:sldMk cId="380319375" sldId="267"/>
        </pc:sldMkLst>
        <pc:spChg chg="add mod">
          <ac:chgData name="Hałaczkiewicz Kuba (STUD)" userId="2b5493c4-0a8e-4abd-9f3c-58ba618c2ada" providerId="ADAL" clId="{2C6B9096-6D34-42EF-AC5C-6DB25A097A6C}" dt="2025-01-14T20:15:26.907" v="300" actId="1076"/>
          <ac:spMkLst>
            <pc:docMk/>
            <pc:sldMk cId="380319375" sldId="267"/>
            <ac:spMk id="2" creationId="{21CFC866-DC76-D40E-75AC-D2BFB8CAB482}"/>
          </ac:spMkLst>
        </pc:spChg>
        <pc:spChg chg="add mod">
          <ac:chgData name="Hałaczkiewicz Kuba (STUD)" userId="2b5493c4-0a8e-4abd-9f3c-58ba618c2ada" providerId="ADAL" clId="{2C6B9096-6D34-42EF-AC5C-6DB25A097A6C}" dt="2025-01-14T20:15:26.907" v="300" actId="1076"/>
          <ac:spMkLst>
            <pc:docMk/>
            <pc:sldMk cId="380319375" sldId="267"/>
            <ac:spMk id="6" creationId="{8CF91E4F-8B9C-936E-1381-ED7596D9B2A1}"/>
          </ac:spMkLst>
        </pc:spChg>
        <pc:graphicFrameChg chg="mod">
          <ac:chgData name="Hałaczkiewicz Kuba (STUD)" userId="2b5493c4-0a8e-4abd-9f3c-58ba618c2ada" providerId="ADAL" clId="{2C6B9096-6D34-42EF-AC5C-6DB25A097A6C}" dt="2025-01-14T20:20:05.558" v="324" actId="14100"/>
          <ac:graphicFrameMkLst>
            <pc:docMk/>
            <pc:sldMk cId="380319375" sldId="267"/>
            <ac:graphicFrameMk id="9" creationId="{42A7C22F-508F-9367-5FF7-05E6FEB9DB4E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0:15:29.100" v="301" actId="1076"/>
          <ac:picMkLst>
            <pc:docMk/>
            <pc:sldMk cId="380319375" sldId="267"/>
            <ac:picMk id="3" creationId="{1D687154-E8E3-1CB1-D26A-A0D93C270B00}"/>
          </ac:picMkLst>
        </pc:picChg>
      </pc:sldChg>
      <pc:sldChg chg="add del ord">
        <pc:chgData name="Hałaczkiewicz Kuba (STUD)" userId="2b5493c4-0a8e-4abd-9f3c-58ba618c2ada" providerId="ADAL" clId="{2C6B9096-6D34-42EF-AC5C-6DB25A097A6C}" dt="2025-01-14T20:27:18.073" v="450" actId="47"/>
        <pc:sldMkLst>
          <pc:docMk/>
          <pc:sldMk cId="2724946548" sldId="268"/>
        </pc:sldMkLst>
      </pc:sldChg>
      <pc:sldChg chg="add del">
        <pc:chgData name="Hałaczkiewicz Kuba (STUD)" userId="2b5493c4-0a8e-4abd-9f3c-58ba618c2ada" providerId="ADAL" clId="{2C6B9096-6D34-42EF-AC5C-6DB25A097A6C}" dt="2025-01-14T20:15:47.880" v="304"/>
        <pc:sldMkLst>
          <pc:docMk/>
          <pc:sldMk cId="2726406329" sldId="268"/>
        </pc:sldMkLst>
      </pc:sldChg>
      <pc:sldChg chg="add del">
        <pc:chgData name="Hałaczkiewicz Kuba (STUD)" userId="2b5493c4-0a8e-4abd-9f3c-58ba618c2ada" providerId="ADAL" clId="{2C6B9096-6D34-42EF-AC5C-6DB25A097A6C}" dt="2025-01-14T20:15:54.182" v="306" actId="47"/>
        <pc:sldMkLst>
          <pc:docMk/>
          <pc:sldMk cId="4153431954" sldId="268"/>
        </pc:sldMkLst>
      </pc:sldChg>
      <pc:sldChg chg="del">
        <pc:chgData name="Hałaczkiewicz Kuba (STUD)" userId="2b5493c4-0a8e-4abd-9f3c-58ba618c2ada" providerId="ADAL" clId="{2C6B9096-6D34-42EF-AC5C-6DB25A097A6C}" dt="2025-01-14T20:46:20.899" v="576" actId="47"/>
        <pc:sldMkLst>
          <pc:docMk/>
          <pc:sldMk cId="1372676961" sldId="269"/>
        </pc:sldMkLst>
      </pc:sldChg>
      <pc:sldChg chg="add del">
        <pc:chgData name="Hałaczkiewicz Kuba (STUD)" userId="2b5493c4-0a8e-4abd-9f3c-58ba618c2ada" providerId="ADAL" clId="{2C6B9096-6D34-42EF-AC5C-6DB25A097A6C}" dt="2025-01-14T20:15:47.880" v="304"/>
        <pc:sldMkLst>
          <pc:docMk/>
          <pc:sldMk cId="3155360146" sldId="269"/>
        </pc:sldMkLst>
      </pc:sldChg>
      <pc:sldChg chg="add del">
        <pc:chgData name="Hałaczkiewicz Kuba (STUD)" userId="2b5493c4-0a8e-4abd-9f3c-58ba618c2ada" providerId="ADAL" clId="{2C6B9096-6D34-42EF-AC5C-6DB25A097A6C}" dt="2025-01-14T20:23:45.086" v="375" actId="47"/>
        <pc:sldMkLst>
          <pc:docMk/>
          <pc:sldMk cId="3567680145" sldId="270"/>
        </pc:sldMkLst>
      </pc:sldChg>
      <pc:sldChg chg="add del">
        <pc:chgData name="Hałaczkiewicz Kuba (STUD)" userId="2b5493c4-0a8e-4abd-9f3c-58ba618c2ada" providerId="ADAL" clId="{2C6B9096-6D34-42EF-AC5C-6DB25A097A6C}" dt="2025-01-14T20:24:44.133" v="414" actId="47"/>
        <pc:sldMkLst>
          <pc:docMk/>
          <pc:sldMk cId="3743994619" sldId="270"/>
        </pc:sldMkLst>
      </pc:sldChg>
      <pc:sldChg chg="addSp delSp modSp add mod">
        <pc:chgData name="Hałaczkiewicz Kuba (STUD)" userId="2b5493c4-0a8e-4abd-9f3c-58ba618c2ada" providerId="ADAL" clId="{2C6B9096-6D34-42EF-AC5C-6DB25A097A6C}" dt="2025-01-14T21:33:17.817" v="1107"/>
        <pc:sldMkLst>
          <pc:docMk/>
          <pc:sldMk cId="3639565211" sldId="271"/>
        </pc:sldMkLst>
        <pc:spChg chg="del">
          <ac:chgData name="Hałaczkiewicz Kuba (STUD)" userId="2b5493c4-0a8e-4abd-9f3c-58ba618c2ada" providerId="ADAL" clId="{2C6B9096-6D34-42EF-AC5C-6DB25A097A6C}" dt="2025-01-14T20:24:30.887" v="409" actId="478"/>
          <ac:spMkLst>
            <pc:docMk/>
            <pc:sldMk cId="3639565211" sldId="271"/>
            <ac:spMk id="2" creationId="{BBDA97F8-463B-8B04-E383-D348D0D69825}"/>
          </ac:spMkLst>
        </pc:spChg>
        <pc:spChg chg="del">
          <ac:chgData name="Hałaczkiewicz Kuba (STUD)" userId="2b5493c4-0a8e-4abd-9f3c-58ba618c2ada" providerId="ADAL" clId="{2C6B9096-6D34-42EF-AC5C-6DB25A097A6C}" dt="2025-01-14T20:24:30.887" v="409" actId="478"/>
          <ac:spMkLst>
            <pc:docMk/>
            <pc:sldMk cId="3639565211" sldId="271"/>
            <ac:spMk id="3" creationId="{EBDF3505-67C6-16C8-37CF-6B89CA2D32CB}"/>
          </ac:spMkLst>
        </pc:spChg>
        <pc:spChg chg="add del mod">
          <ac:chgData name="Hałaczkiewicz Kuba (STUD)" userId="2b5493c4-0a8e-4abd-9f3c-58ba618c2ada" providerId="ADAL" clId="{2C6B9096-6D34-42EF-AC5C-6DB25A097A6C}" dt="2025-01-14T20:24:34.512" v="411" actId="478"/>
          <ac:spMkLst>
            <pc:docMk/>
            <pc:sldMk cId="3639565211" sldId="271"/>
            <ac:spMk id="7" creationId="{1DADA034-3089-B363-EC0F-57A831FA0E6E}"/>
          </ac:spMkLst>
        </pc:spChg>
        <pc:spChg chg="add mod">
          <ac:chgData name="Hałaczkiewicz Kuba (STUD)" userId="2b5493c4-0a8e-4abd-9f3c-58ba618c2ada" providerId="ADAL" clId="{2C6B9096-6D34-42EF-AC5C-6DB25A097A6C}" dt="2025-01-14T20:24:31.426" v="410"/>
          <ac:spMkLst>
            <pc:docMk/>
            <pc:sldMk cId="3639565211" sldId="271"/>
            <ac:spMk id="8" creationId="{B185B5E9-2EA7-95C3-F46F-96C7037145EE}"/>
          </ac:spMkLst>
        </pc:spChg>
        <pc:spChg chg="add mod">
          <ac:chgData name="Hałaczkiewicz Kuba (STUD)" userId="2b5493c4-0a8e-4abd-9f3c-58ba618c2ada" providerId="ADAL" clId="{2C6B9096-6D34-42EF-AC5C-6DB25A097A6C}" dt="2025-01-14T20:24:31.426" v="410"/>
          <ac:spMkLst>
            <pc:docMk/>
            <pc:sldMk cId="3639565211" sldId="271"/>
            <ac:spMk id="10" creationId="{60680FDA-4618-BF51-4CA0-7FAE7A8D0C5E}"/>
          </ac:spMkLst>
        </pc:spChg>
        <pc:spChg chg="add mod">
          <ac:chgData name="Hałaczkiewicz Kuba (STUD)" userId="2b5493c4-0a8e-4abd-9f3c-58ba618c2ada" providerId="ADAL" clId="{2C6B9096-6D34-42EF-AC5C-6DB25A097A6C}" dt="2025-01-14T21:13:15.156" v="717" actId="1076"/>
          <ac:spMkLst>
            <pc:docMk/>
            <pc:sldMk cId="3639565211" sldId="271"/>
            <ac:spMk id="13" creationId="{1917675A-BAF0-81CD-0D3C-A0C4460E8522}"/>
          </ac:spMkLst>
        </pc:spChg>
        <pc:spChg chg="add mod">
          <ac:chgData name="Hałaczkiewicz Kuba (STUD)" userId="2b5493c4-0a8e-4abd-9f3c-58ba618c2ada" providerId="ADAL" clId="{2C6B9096-6D34-42EF-AC5C-6DB25A097A6C}" dt="2025-01-14T21:12:02.626" v="711" actId="207"/>
          <ac:spMkLst>
            <pc:docMk/>
            <pc:sldMk cId="3639565211" sldId="271"/>
            <ac:spMk id="14" creationId="{DEEF26CD-1ED7-AF34-DE49-06E6CE66F014}"/>
          </ac:spMkLst>
        </pc:spChg>
        <pc:spChg chg="add mod">
          <ac:chgData name="Hałaczkiewicz Kuba (STUD)" userId="2b5493c4-0a8e-4abd-9f3c-58ba618c2ada" providerId="ADAL" clId="{2C6B9096-6D34-42EF-AC5C-6DB25A097A6C}" dt="2025-01-14T21:24:31.422" v="870"/>
          <ac:spMkLst>
            <pc:docMk/>
            <pc:sldMk cId="3639565211" sldId="271"/>
            <ac:spMk id="17" creationId="{8D3763F4-F295-A346-C535-28466F6735C0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1:33:17.817" v="1107"/>
          <ac:graphicFrameMkLst>
            <pc:docMk/>
            <pc:sldMk cId="3639565211" sldId="271"/>
            <ac:graphicFrameMk id="9" creationId="{DDEE5BE0-C1E7-12A2-7F5E-3312F678CA0C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0:24:31.426" v="410"/>
          <ac:picMkLst>
            <pc:docMk/>
            <pc:sldMk cId="3639565211" sldId="271"/>
            <ac:picMk id="11" creationId="{5B0F756A-CA99-167F-2025-45EB046B44E9}"/>
          </ac:picMkLst>
        </pc:picChg>
        <pc:picChg chg="add mod">
          <ac:chgData name="Hałaczkiewicz Kuba (STUD)" userId="2b5493c4-0a8e-4abd-9f3c-58ba618c2ada" providerId="ADAL" clId="{2C6B9096-6D34-42EF-AC5C-6DB25A097A6C}" dt="2025-01-14T20:24:31.426" v="410"/>
          <ac:picMkLst>
            <pc:docMk/>
            <pc:sldMk cId="3639565211" sldId="271"/>
            <ac:picMk id="12" creationId="{18CE7A00-36E6-85C8-2448-2B080E698DCD}"/>
          </ac:picMkLst>
        </pc:picChg>
        <pc:picChg chg="add mod">
          <ac:chgData name="Hałaczkiewicz Kuba (STUD)" userId="2b5493c4-0a8e-4abd-9f3c-58ba618c2ada" providerId="ADAL" clId="{2C6B9096-6D34-42EF-AC5C-6DB25A097A6C}" dt="2025-01-14T20:53:46.491" v="596" actId="14861"/>
          <ac:picMkLst>
            <pc:docMk/>
            <pc:sldMk cId="3639565211" sldId="271"/>
            <ac:picMk id="15" creationId="{A966AA48-E620-1ADC-A421-40F7FB594791}"/>
          </ac:picMkLst>
        </pc:picChg>
        <pc:picChg chg="add mod">
          <ac:chgData name="Hałaczkiewicz Kuba (STUD)" userId="2b5493c4-0a8e-4abd-9f3c-58ba618c2ada" providerId="ADAL" clId="{2C6B9096-6D34-42EF-AC5C-6DB25A097A6C}" dt="2025-01-14T20:53:50.945" v="597" actId="14861"/>
          <ac:picMkLst>
            <pc:docMk/>
            <pc:sldMk cId="3639565211" sldId="271"/>
            <ac:picMk id="16" creationId="{6ABB3688-1D56-3272-8145-A584C7434E62}"/>
          </ac:picMkLst>
        </pc:picChg>
      </pc:sldChg>
      <pc:sldChg chg="addSp delSp modSp add del mod">
        <pc:chgData name="Hałaczkiewicz Kuba (STUD)" userId="2b5493c4-0a8e-4abd-9f3c-58ba618c2ada" providerId="ADAL" clId="{2C6B9096-6D34-42EF-AC5C-6DB25A097A6C}" dt="2025-01-14T20:27:31.431" v="453" actId="47"/>
        <pc:sldMkLst>
          <pc:docMk/>
          <pc:sldMk cId="1641116130" sldId="272"/>
        </pc:sldMkLst>
        <pc:spChg chg="del">
          <ac:chgData name="Hałaczkiewicz Kuba (STUD)" userId="2b5493c4-0a8e-4abd-9f3c-58ba618c2ada" providerId="ADAL" clId="{2C6B9096-6D34-42EF-AC5C-6DB25A097A6C}" dt="2025-01-14T20:25:08.553" v="418" actId="478"/>
          <ac:spMkLst>
            <pc:docMk/>
            <pc:sldMk cId="1641116130" sldId="272"/>
            <ac:spMk id="2" creationId="{685A14F5-F22E-A514-E0B7-CDEEAE1E9513}"/>
          </ac:spMkLst>
        </pc:spChg>
        <pc:spChg chg="del">
          <ac:chgData name="Hałaczkiewicz Kuba (STUD)" userId="2b5493c4-0a8e-4abd-9f3c-58ba618c2ada" providerId="ADAL" clId="{2C6B9096-6D34-42EF-AC5C-6DB25A097A6C}" dt="2025-01-14T20:25:06.030" v="417" actId="478"/>
          <ac:spMkLst>
            <pc:docMk/>
            <pc:sldMk cId="1641116130" sldId="272"/>
            <ac:spMk id="3" creationId="{18831113-1A24-352D-C171-F7BC562FFBCC}"/>
          </ac:spMkLst>
        </pc:spChg>
        <pc:spChg chg="add del mod">
          <ac:chgData name="Hałaczkiewicz Kuba (STUD)" userId="2b5493c4-0a8e-4abd-9f3c-58ba618c2ada" providerId="ADAL" clId="{2C6B9096-6D34-42EF-AC5C-6DB25A097A6C}" dt="2025-01-14T20:25:16.004" v="420" actId="478"/>
          <ac:spMkLst>
            <pc:docMk/>
            <pc:sldMk cId="1641116130" sldId="272"/>
            <ac:spMk id="7" creationId="{9DF38DB7-70C0-2DC1-815F-5FB1544C6B47}"/>
          </ac:spMkLst>
        </pc:spChg>
        <pc:spChg chg="add mod">
          <ac:chgData name="Hałaczkiewicz Kuba (STUD)" userId="2b5493c4-0a8e-4abd-9f3c-58ba618c2ada" providerId="ADAL" clId="{2C6B9096-6D34-42EF-AC5C-6DB25A097A6C}" dt="2025-01-14T20:25:24.455" v="422"/>
          <ac:spMkLst>
            <pc:docMk/>
            <pc:sldMk cId="1641116130" sldId="272"/>
            <ac:spMk id="13" creationId="{676BA513-A85C-8D35-7589-AD94AF8CBA1D}"/>
          </ac:spMkLst>
        </pc:spChg>
        <pc:spChg chg="add mod">
          <ac:chgData name="Hałaczkiewicz Kuba (STUD)" userId="2b5493c4-0a8e-4abd-9f3c-58ba618c2ada" providerId="ADAL" clId="{2C6B9096-6D34-42EF-AC5C-6DB25A097A6C}" dt="2025-01-14T20:25:24.455" v="422"/>
          <ac:spMkLst>
            <pc:docMk/>
            <pc:sldMk cId="1641116130" sldId="272"/>
            <ac:spMk id="15" creationId="{6FFF1D8F-004C-7215-FD36-6874328CFEA2}"/>
          </ac:spMkLst>
        </pc:spChg>
        <pc:graphicFrameChg chg="add mod">
          <ac:chgData name="Hałaczkiewicz Kuba (STUD)" userId="2b5493c4-0a8e-4abd-9f3c-58ba618c2ada" providerId="ADAL" clId="{2C6B9096-6D34-42EF-AC5C-6DB25A097A6C}" dt="2025-01-14T20:25:12.792" v="419"/>
          <ac:graphicFrameMkLst>
            <pc:docMk/>
            <pc:sldMk cId="1641116130" sldId="272"/>
            <ac:graphicFrameMk id="8" creationId="{395F0CC0-6E79-8F48-D358-90F4A8980BAA}"/>
          </ac:graphicFrameMkLst>
        </pc:graphicFrameChg>
        <pc:graphicFrameChg chg="add mod">
          <ac:chgData name="Hałaczkiewicz Kuba (STUD)" userId="2b5493c4-0a8e-4abd-9f3c-58ba618c2ada" providerId="ADAL" clId="{2C6B9096-6D34-42EF-AC5C-6DB25A097A6C}" dt="2025-01-14T20:25:16.411" v="421"/>
          <ac:graphicFrameMkLst>
            <pc:docMk/>
            <pc:sldMk cId="1641116130" sldId="272"/>
            <ac:graphicFrameMk id="11" creationId="{C366BD0E-CBE2-7769-2D3C-683C7FC1485C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0:25:12.792" v="419"/>
          <ac:picMkLst>
            <pc:docMk/>
            <pc:sldMk cId="1641116130" sldId="272"/>
            <ac:picMk id="10" creationId="{979F4C76-D3EA-EA37-293E-CEC64DA982CA}"/>
          </ac:picMkLst>
        </pc:picChg>
        <pc:picChg chg="add mod">
          <ac:chgData name="Hałaczkiewicz Kuba (STUD)" userId="2b5493c4-0a8e-4abd-9f3c-58ba618c2ada" providerId="ADAL" clId="{2C6B9096-6D34-42EF-AC5C-6DB25A097A6C}" dt="2025-01-14T20:25:16.411" v="421"/>
          <ac:picMkLst>
            <pc:docMk/>
            <pc:sldMk cId="1641116130" sldId="272"/>
            <ac:picMk id="12" creationId="{A29F6615-A5EC-AF8B-35CE-D4A2B58FABDC}"/>
          </ac:picMkLst>
        </pc:picChg>
        <pc:picChg chg="add mod">
          <ac:chgData name="Hałaczkiewicz Kuba (STUD)" userId="2b5493c4-0a8e-4abd-9f3c-58ba618c2ada" providerId="ADAL" clId="{2C6B9096-6D34-42EF-AC5C-6DB25A097A6C}" dt="2025-01-14T20:25:24.455" v="422"/>
          <ac:picMkLst>
            <pc:docMk/>
            <pc:sldMk cId="1641116130" sldId="272"/>
            <ac:picMk id="14" creationId="{2C8F33C1-22BB-EE86-3FA6-9EBBFF2B9341}"/>
          </ac:picMkLst>
        </pc:picChg>
      </pc:sldChg>
      <pc:sldChg chg="addSp delSp modSp add del mod">
        <pc:chgData name="Hałaczkiewicz Kuba (STUD)" userId="2b5493c4-0a8e-4abd-9f3c-58ba618c2ada" providerId="ADAL" clId="{2C6B9096-6D34-42EF-AC5C-6DB25A097A6C}" dt="2025-01-14T20:26:41.876" v="439" actId="47"/>
        <pc:sldMkLst>
          <pc:docMk/>
          <pc:sldMk cId="2871493724" sldId="273"/>
        </pc:sldMkLst>
        <pc:spChg chg="del mod">
          <ac:chgData name="Hałaczkiewicz Kuba (STUD)" userId="2b5493c4-0a8e-4abd-9f3c-58ba618c2ada" providerId="ADAL" clId="{2C6B9096-6D34-42EF-AC5C-6DB25A097A6C}" dt="2025-01-14T20:26:01.565" v="430" actId="478"/>
          <ac:spMkLst>
            <pc:docMk/>
            <pc:sldMk cId="2871493724" sldId="273"/>
            <ac:spMk id="2" creationId="{73EE7FA9-9D1D-ABBE-5F7D-E16E5065912B}"/>
          </ac:spMkLst>
        </pc:spChg>
        <pc:spChg chg="del">
          <ac:chgData name="Hałaczkiewicz Kuba (STUD)" userId="2b5493c4-0a8e-4abd-9f3c-58ba618c2ada" providerId="ADAL" clId="{2C6B9096-6D34-42EF-AC5C-6DB25A097A6C}" dt="2025-01-14T20:25:54.679" v="427" actId="478"/>
          <ac:spMkLst>
            <pc:docMk/>
            <pc:sldMk cId="2871493724" sldId="273"/>
            <ac:spMk id="7" creationId="{73CF50E0-4368-F4AC-73B7-9A921B31B898}"/>
          </ac:spMkLst>
        </pc:spChg>
        <pc:spChg chg="add del mod">
          <ac:chgData name="Hałaczkiewicz Kuba (STUD)" userId="2b5493c4-0a8e-4abd-9f3c-58ba618c2ada" providerId="ADAL" clId="{2C6B9096-6D34-42EF-AC5C-6DB25A097A6C}" dt="2025-01-14T20:26:08.171" v="433" actId="478"/>
          <ac:spMkLst>
            <pc:docMk/>
            <pc:sldMk cId="2871493724" sldId="273"/>
            <ac:spMk id="9" creationId="{6DC04E28-B89E-72D2-A1DF-5BE8FC1AB4CB}"/>
          </ac:spMkLst>
        </pc:spChg>
        <pc:graphicFrameChg chg="add del mod">
          <ac:chgData name="Hałaczkiewicz Kuba (STUD)" userId="2b5493c4-0a8e-4abd-9f3c-58ba618c2ada" providerId="ADAL" clId="{2C6B9096-6D34-42EF-AC5C-6DB25A097A6C}" dt="2025-01-14T20:26:19.290" v="435" actId="1076"/>
          <ac:graphicFrameMkLst>
            <pc:docMk/>
            <pc:sldMk cId="2871493724" sldId="273"/>
            <ac:graphicFrameMk id="8" creationId="{FF6B420C-A469-F90D-1FCC-A829DA17FF4E}"/>
          </ac:graphicFrameMkLst>
        </pc:graphicFrameChg>
      </pc:sldChg>
      <pc:sldChg chg="delSp add del mod ord">
        <pc:chgData name="Hałaczkiewicz Kuba (STUD)" userId="2b5493c4-0a8e-4abd-9f3c-58ba618c2ada" providerId="ADAL" clId="{2C6B9096-6D34-42EF-AC5C-6DB25A097A6C}" dt="2025-01-14T21:54:28.484" v="1374" actId="47"/>
        <pc:sldMkLst>
          <pc:docMk/>
          <pc:sldMk cId="641392681" sldId="274"/>
        </pc:sldMkLst>
        <pc:spChg chg="del">
          <ac:chgData name="Hałaczkiewicz Kuba (STUD)" userId="2b5493c4-0a8e-4abd-9f3c-58ba618c2ada" providerId="ADAL" clId="{2C6B9096-6D34-42EF-AC5C-6DB25A097A6C}" dt="2025-01-14T20:26:32.151" v="437" actId="478"/>
          <ac:spMkLst>
            <pc:docMk/>
            <pc:sldMk cId="641392681" sldId="274"/>
            <ac:spMk id="13" creationId="{7275C103-FE77-D4EA-97DC-1535D527EC38}"/>
          </ac:spMkLst>
        </pc:spChg>
        <pc:spChg chg="del">
          <ac:chgData name="Hałaczkiewicz Kuba (STUD)" userId="2b5493c4-0a8e-4abd-9f3c-58ba618c2ada" providerId="ADAL" clId="{2C6B9096-6D34-42EF-AC5C-6DB25A097A6C}" dt="2025-01-14T20:26:32.151" v="437" actId="478"/>
          <ac:spMkLst>
            <pc:docMk/>
            <pc:sldMk cId="641392681" sldId="274"/>
            <ac:spMk id="14" creationId="{DE3E4A1A-F3C6-4B46-8026-5FCBA5CB9CA2}"/>
          </ac:spMkLst>
        </pc:spChg>
        <pc:picChg chg="del">
          <ac:chgData name="Hałaczkiewicz Kuba (STUD)" userId="2b5493c4-0a8e-4abd-9f3c-58ba618c2ada" providerId="ADAL" clId="{2C6B9096-6D34-42EF-AC5C-6DB25A097A6C}" dt="2025-01-14T20:26:32.151" v="437" actId="478"/>
          <ac:picMkLst>
            <pc:docMk/>
            <pc:sldMk cId="641392681" sldId="274"/>
            <ac:picMk id="15" creationId="{4CAF3E83-DF3C-FA2E-2D02-A3AF7287DE4A}"/>
          </ac:picMkLst>
        </pc:picChg>
        <pc:picChg chg="del">
          <ac:chgData name="Hałaczkiewicz Kuba (STUD)" userId="2b5493c4-0a8e-4abd-9f3c-58ba618c2ada" providerId="ADAL" clId="{2C6B9096-6D34-42EF-AC5C-6DB25A097A6C}" dt="2025-01-14T20:26:32.151" v="437" actId="478"/>
          <ac:picMkLst>
            <pc:docMk/>
            <pc:sldMk cId="641392681" sldId="274"/>
            <ac:picMk id="16" creationId="{3839C037-5698-4DD3-2961-DD326FDF3861}"/>
          </ac:picMkLst>
        </pc:picChg>
      </pc:sldChg>
      <pc:sldChg chg="addSp modSp add mod">
        <pc:chgData name="Hałaczkiewicz Kuba (STUD)" userId="2b5493c4-0a8e-4abd-9f3c-58ba618c2ada" providerId="ADAL" clId="{2C6B9096-6D34-42EF-AC5C-6DB25A097A6C}" dt="2025-01-14T21:33:41.671" v="1124" actId="113"/>
        <pc:sldMkLst>
          <pc:docMk/>
          <pc:sldMk cId="3283511917" sldId="275"/>
        </pc:sldMkLst>
        <pc:spChg chg="add mod">
          <ac:chgData name="Hałaczkiewicz Kuba (STUD)" userId="2b5493c4-0a8e-4abd-9f3c-58ba618c2ada" providerId="ADAL" clId="{2C6B9096-6D34-42EF-AC5C-6DB25A097A6C}" dt="2025-01-14T20:26:49.583" v="442"/>
          <ac:spMkLst>
            <pc:docMk/>
            <pc:sldMk cId="3283511917" sldId="275"/>
            <ac:spMk id="2" creationId="{C66A218A-4DDA-7FB7-0A45-1240CFD564C9}"/>
          </ac:spMkLst>
        </pc:spChg>
        <pc:spChg chg="add mod">
          <ac:chgData name="Hałaczkiewicz Kuba (STUD)" userId="2b5493c4-0a8e-4abd-9f3c-58ba618c2ada" providerId="ADAL" clId="{2C6B9096-6D34-42EF-AC5C-6DB25A097A6C}" dt="2025-01-14T20:26:58.385" v="443"/>
          <ac:spMkLst>
            <pc:docMk/>
            <pc:sldMk cId="3283511917" sldId="275"/>
            <ac:spMk id="3" creationId="{E48F3964-F06B-BA11-9EC6-3E284B5469E7}"/>
          </ac:spMkLst>
        </pc:spChg>
        <pc:spChg chg="add mod">
          <ac:chgData name="Hałaczkiewicz Kuba (STUD)" userId="2b5493c4-0a8e-4abd-9f3c-58ba618c2ada" providerId="ADAL" clId="{2C6B9096-6D34-42EF-AC5C-6DB25A097A6C}" dt="2025-01-14T21:13:24.241" v="718" actId="1076"/>
          <ac:spMkLst>
            <pc:docMk/>
            <pc:sldMk cId="3283511917" sldId="275"/>
            <ac:spMk id="6" creationId="{3C762C7E-A0B2-4DD2-E636-0FC428B1C903}"/>
          </ac:spMkLst>
        </pc:spChg>
        <pc:spChg chg="add mod">
          <ac:chgData name="Hałaczkiewicz Kuba (STUD)" userId="2b5493c4-0a8e-4abd-9f3c-58ba618c2ada" providerId="ADAL" clId="{2C6B9096-6D34-42EF-AC5C-6DB25A097A6C}" dt="2025-01-14T21:13:41.783" v="720" actId="20577"/>
          <ac:spMkLst>
            <pc:docMk/>
            <pc:sldMk cId="3283511917" sldId="275"/>
            <ac:spMk id="7" creationId="{3D8C2692-D5B4-45EC-D904-89CA047108C1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1:33:41.671" v="1124" actId="113"/>
          <ac:graphicFrameMkLst>
            <pc:docMk/>
            <pc:sldMk cId="3283511917" sldId="275"/>
            <ac:graphicFrameMk id="9" creationId="{E1631F0C-800C-031F-26CF-940555BE1908}"/>
          </ac:graphicFrameMkLst>
        </pc:graphicFrameChg>
      </pc:sldChg>
      <pc:sldChg chg="addSp modSp add mod">
        <pc:chgData name="Hałaczkiewicz Kuba (STUD)" userId="2b5493c4-0a8e-4abd-9f3c-58ba618c2ada" providerId="ADAL" clId="{2C6B9096-6D34-42EF-AC5C-6DB25A097A6C}" dt="2025-01-14T21:32:50.815" v="1100" actId="20577"/>
        <pc:sldMkLst>
          <pc:docMk/>
          <pc:sldMk cId="1426952179" sldId="276"/>
        </pc:sldMkLst>
        <pc:spChg chg="add mod">
          <ac:chgData name="Hałaczkiewicz Kuba (STUD)" userId="2b5493c4-0a8e-4abd-9f3c-58ba618c2ada" providerId="ADAL" clId="{2C6B9096-6D34-42EF-AC5C-6DB25A097A6C}" dt="2025-01-14T21:10:06.859" v="697" actId="1076"/>
          <ac:spMkLst>
            <pc:docMk/>
            <pc:sldMk cId="1426952179" sldId="276"/>
            <ac:spMk id="2" creationId="{8659DF48-AFEB-669E-E63E-A1909AA89B38}"/>
          </ac:spMkLst>
        </pc:spChg>
        <pc:spChg chg="add mod">
          <ac:chgData name="Hałaczkiewicz Kuba (STUD)" userId="2b5493c4-0a8e-4abd-9f3c-58ba618c2ada" providerId="ADAL" clId="{2C6B9096-6D34-42EF-AC5C-6DB25A097A6C}" dt="2025-01-14T21:13:59.295" v="723" actId="20577"/>
          <ac:spMkLst>
            <pc:docMk/>
            <pc:sldMk cId="1426952179" sldId="276"/>
            <ac:spMk id="6" creationId="{727723A1-C55B-1D12-2D82-3285FA0CD4C4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1:32:50.815" v="1100" actId="20577"/>
          <ac:graphicFrameMkLst>
            <pc:docMk/>
            <pc:sldMk cId="1426952179" sldId="276"/>
            <ac:graphicFrameMk id="9" creationId="{58E001C3-AB47-7FF1-4A7B-FE671A39CB3B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1:11:25.042" v="704" actId="1076"/>
          <ac:picMkLst>
            <pc:docMk/>
            <pc:sldMk cId="1426952179" sldId="276"/>
            <ac:picMk id="3" creationId="{C966127B-531E-6DF8-78A6-018649FE4F07}"/>
          </ac:picMkLst>
        </pc:picChg>
      </pc:sldChg>
      <pc:sldChg chg="addSp modSp add mod">
        <pc:chgData name="Hałaczkiewicz Kuba (STUD)" userId="2b5493c4-0a8e-4abd-9f3c-58ba618c2ada" providerId="ADAL" clId="{2C6B9096-6D34-42EF-AC5C-6DB25A097A6C}" dt="2025-01-14T21:33:14.930" v="1106"/>
        <pc:sldMkLst>
          <pc:docMk/>
          <pc:sldMk cId="1899835270" sldId="277"/>
        </pc:sldMkLst>
        <pc:spChg chg="add mod">
          <ac:chgData name="Hałaczkiewicz Kuba (STUD)" userId="2b5493c4-0a8e-4abd-9f3c-58ba618c2ada" providerId="ADAL" clId="{2C6B9096-6D34-42EF-AC5C-6DB25A097A6C}" dt="2025-01-14T21:09:59.340" v="696" actId="1076"/>
          <ac:spMkLst>
            <pc:docMk/>
            <pc:sldMk cId="1899835270" sldId="277"/>
            <ac:spMk id="2" creationId="{108C0FF1-D90C-C5AC-A44F-6E50FDE92C18}"/>
          </ac:spMkLst>
        </pc:spChg>
        <pc:spChg chg="mod">
          <ac:chgData name="Hałaczkiewicz Kuba (STUD)" userId="2b5493c4-0a8e-4abd-9f3c-58ba618c2ada" providerId="ADAL" clId="{2C6B9096-6D34-42EF-AC5C-6DB25A097A6C}" dt="2025-01-14T20:27:50.128" v="457" actId="14100"/>
          <ac:spMkLst>
            <pc:docMk/>
            <pc:sldMk cId="1899835270" sldId="277"/>
            <ac:spMk id="5" creationId="{8FBAF97D-8155-0A50-A9A1-62821B2E529C}"/>
          </ac:spMkLst>
        </pc:spChg>
        <pc:spChg chg="add mod">
          <ac:chgData name="Hałaczkiewicz Kuba (STUD)" userId="2b5493c4-0a8e-4abd-9f3c-58ba618c2ada" providerId="ADAL" clId="{2C6B9096-6D34-42EF-AC5C-6DB25A097A6C}" dt="2025-01-14T21:13:49.696" v="721" actId="1038"/>
          <ac:spMkLst>
            <pc:docMk/>
            <pc:sldMk cId="1899835270" sldId="277"/>
            <ac:spMk id="6" creationId="{DE7BEAA4-7E47-670F-28DB-B58FC2306762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1:33:14.930" v="1106"/>
          <ac:graphicFrameMkLst>
            <pc:docMk/>
            <pc:sldMk cId="1899835270" sldId="277"/>
            <ac:graphicFrameMk id="9" creationId="{8192FDA7-FA38-DD25-D657-E8757E14788A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0:27:57.593" v="459" actId="1076"/>
          <ac:picMkLst>
            <pc:docMk/>
            <pc:sldMk cId="1899835270" sldId="277"/>
            <ac:picMk id="3" creationId="{8AAE4AAA-B6FC-FCDD-1429-F6394215B5A7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33:09.586" v="1105"/>
        <pc:sldMkLst>
          <pc:docMk/>
          <pc:sldMk cId="893453586" sldId="278"/>
        </pc:sldMkLst>
        <pc:spChg chg="del">
          <ac:chgData name="Hałaczkiewicz Kuba (STUD)" userId="2b5493c4-0a8e-4abd-9f3c-58ba618c2ada" providerId="ADAL" clId="{2C6B9096-6D34-42EF-AC5C-6DB25A097A6C}" dt="2025-01-14T20:44:22.679" v="561" actId="478"/>
          <ac:spMkLst>
            <pc:docMk/>
            <pc:sldMk cId="893453586" sldId="278"/>
            <ac:spMk id="2" creationId="{1686BFEE-00FB-9F0A-35A4-1852F042EFDC}"/>
          </ac:spMkLst>
        </pc:spChg>
        <pc:spChg chg="del">
          <ac:chgData name="Hałaczkiewicz Kuba (STUD)" userId="2b5493c4-0a8e-4abd-9f3c-58ba618c2ada" providerId="ADAL" clId="{2C6B9096-6D34-42EF-AC5C-6DB25A097A6C}" dt="2025-01-14T20:44:22.679" v="561" actId="478"/>
          <ac:spMkLst>
            <pc:docMk/>
            <pc:sldMk cId="893453586" sldId="278"/>
            <ac:spMk id="6" creationId="{3110FDAB-EB96-CA88-8955-1322F7893DF9}"/>
          </ac:spMkLst>
        </pc:spChg>
        <pc:spChg chg="add del mod">
          <ac:chgData name="Hałaczkiewicz Kuba (STUD)" userId="2b5493c4-0a8e-4abd-9f3c-58ba618c2ada" providerId="ADAL" clId="{2C6B9096-6D34-42EF-AC5C-6DB25A097A6C}" dt="2025-01-14T20:44:26.471" v="563" actId="478"/>
          <ac:spMkLst>
            <pc:docMk/>
            <pc:sldMk cId="893453586" sldId="278"/>
            <ac:spMk id="8" creationId="{247EB8F1-549B-2B6E-6D26-E4A585460CC1}"/>
          </ac:spMkLst>
        </pc:spChg>
        <pc:graphicFrameChg chg="mod">
          <ac:chgData name="Hałaczkiewicz Kuba (STUD)" userId="2b5493c4-0a8e-4abd-9f3c-58ba618c2ada" providerId="ADAL" clId="{2C6B9096-6D34-42EF-AC5C-6DB25A097A6C}" dt="2025-01-14T21:33:09.586" v="1105"/>
          <ac:graphicFrameMkLst>
            <pc:docMk/>
            <pc:sldMk cId="893453586" sldId="278"/>
            <ac:graphicFrameMk id="9" creationId="{A635D525-1A9B-1682-A98B-6D9CC4F4905B}"/>
          </ac:graphicFrameMkLst>
        </pc:graphicFrameChg>
        <pc:picChg chg="del">
          <ac:chgData name="Hałaczkiewicz Kuba (STUD)" userId="2b5493c4-0a8e-4abd-9f3c-58ba618c2ada" providerId="ADAL" clId="{2C6B9096-6D34-42EF-AC5C-6DB25A097A6C}" dt="2025-01-14T20:44:22.679" v="561" actId="478"/>
          <ac:picMkLst>
            <pc:docMk/>
            <pc:sldMk cId="893453586" sldId="278"/>
            <ac:picMk id="3" creationId="{09B83156-C2E4-1A03-0DA6-384CABFDE6F4}"/>
          </ac:picMkLst>
        </pc:picChg>
        <pc:picChg chg="add mod">
          <ac:chgData name="Hałaczkiewicz Kuba (STUD)" userId="2b5493c4-0a8e-4abd-9f3c-58ba618c2ada" providerId="ADAL" clId="{2C6B9096-6D34-42EF-AC5C-6DB25A097A6C}" dt="2025-01-14T20:45:29.288" v="574" actId="1076"/>
          <ac:picMkLst>
            <pc:docMk/>
            <pc:sldMk cId="893453586" sldId="278"/>
            <ac:picMk id="10" creationId="{41389DC6-A2B9-FB71-A0C7-23CA63D6A2CF}"/>
          </ac:picMkLst>
        </pc:picChg>
        <pc:picChg chg="add mod">
          <ac:chgData name="Hałaczkiewicz Kuba (STUD)" userId="2b5493c4-0a8e-4abd-9f3c-58ba618c2ada" providerId="ADAL" clId="{2C6B9096-6D34-42EF-AC5C-6DB25A097A6C}" dt="2025-01-14T20:45:31.130" v="575" actId="1076"/>
          <ac:picMkLst>
            <pc:docMk/>
            <pc:sldMk cId="893453586" sldId="278"/>
            <ac:picMk id="11" creationId="{F184722E-45D8-8EBC-D42D-48206D7E9496}"/>
          </ac:picMkLst>
        </pc:picChg>
      </pc:sldChg>
      <pc:sldChg chg="del">
        <pc:chgData name="Hałaczkiewicz Kuba (STUD)" userId="2b5493c4-0a8e-4abd-9f3c-58ba618c2ada" providerId="ADAL" clId="{2C6B9096-6D34-42EF-AC5C-6DB25A097A6C}" dt="2025-01-14T21:43:38.485" v="1226" actId="47"/>
        <pc:sldMkLst>
          <pc:docMk/>
          <pc:sldMk cId="1906071330" sldId="279"/>
        </pc:sldMkLst>
      </pc:sldChg>
      <pc:sldChg chg="modSp del mod">
        <pc:chgData name="Hałaczkiewicz Kuba (STUD)" userId="2b5493c4-0a8e-4abd-9f3c-58ba618c2ada" providerId="ADAL" clId="{2C6B9096-6D34-42EF-AC5C-6DB25A097A6C}" dt="2025-01-14T21:14:41.772" v="732" actId="47"/>
        <pc:sldMkLst>
          <pc:docMk/>
          <pc:sldMk cId="3700280632" sldId="280"/>
        </pc:sldMkLst>
        <pc:spChg chg="mod">
          <ac:chgData name="Hałaczkiewicz Kuba (STUD)" userId="2b5493c4-0a8e-4abd-9f3c-58ba618c2ada" providerId="ADAL" clId="{2C6B9096-6D34-42EF-AC5C-6DB25A097A6C}" dt="2025-01-14T21:04:43.046" v="641" actId="255"/>
          <ac:spMkLst>
            <pc:docMk/>
            <pc:sldMk cId="3700280632" sldId="280"/>
            <ac:spMk id="2" creationId="{0B954A0F-B704-2EE3-D493-E2708ABF5DB0}"/>
          </ac:spMkLst>
        </pc:spChg>
      </pc:sldChg>
      <pc:sldChg chg="addSp delSp modSp add mod">
        <pc:chgData name="Hałaczkiewicz Kuba (STUD)" userId="2b5493c4-0a8e-4abd-9f3c-58ba618c2ada" providerId="ADAL" clId="{2C6B9096-6D34-42EF-AC5C-6DB25A097A6C}" dt="2025-01-14T21:36:36.411" v="1166" actId="114"/>
        <pc:sldMkLst>
          <pc:docMk/>
          <pc:sldMk cId="4207960978" sldId="281"/>
        </pc:sldMkLst>
        <pc:spChg chg="del">
          <ac:chgData name="Hałaczkiewicz Kuba (STUD)" userId="2b5493c4-0a8e-4abd-9f3c-58ba618c2ada" providerId="ADAL" clId="{2C6B9096-6D34-42EF-AC5C-6DB25A097A6C}" dt="2025-01-14T21:05:42.154" v="648" actId="478"/>
          <ac:spMkLst>
            <pc:docMk/>
            <pc:sldMk cId="4207960978" sldId="281"/>
            <ac:spMk id="2" creationId="{53EFD227-695B-5EC1-28F2-353D30B9784F}"/>
          </ac:spMkLst>
        </pc:spChg>
        <pc:spChg chg="del">
          <ac:chgData name="Hałaczkiewicz Kuba (STUD)" userId="2b5493c4-0a8e-4abd-9f3c-58ba618c2ada" providerId="ADAL" clId="{2C6B9096-6D34-42EF-AC5C-6DB25A097A6C}" dt="2025-01-14T21:05:42.154" v="648" actId="478"/>
          <ac:spMkLst>
            <pc:docMk/>
            <pc:sldMk cId="4207960978" sldId="281"/>
            <ac:spMk id="6" creationId="{FBFEF318-B3CC-78E2-AF68-E8B26FE5DBF0}"/>
          </ac:spMkLst>
        </pc:spChg>
        <pc:spChg chg="add del mod">
          <ac:chgData name="Hałaczkiewicz Kuba (STUD)" userId="2b5493c4-0a8e-4abd-9f3c-58ba618c2ada" providerId="ADAL" clId="{2C6B9096-6D34-42EF-AC5C-6DB25A097A6C}" dt="2025-01-14T21:05:54.503" v="651" actId="478"/>
          <ac:spMkLst>
            <pc:docMk/>
            <pc:sldMk cId="4207960978" sldId="281"/>
            <ac:spMk id="8" creationId="{D9FC45E4-9497-CD28-48C0-98172C223D81}"/>
          </ac:spMkLst>
        </pc:spChg>
        <pc:spChg chg="add mod">
          <ac:chgData name="Hałaczkiewicz Kuba (STUD)" userId="2b5493c4-0a8e-4abd-9f3c-58ba618c2ada" providerId="ADAL" clId="{2C6B9096-6D34-42EF-AC5C-6DB25A097A6C}" dt="2025-01-14T21:36:36.411" v="1166" actId="114"/>
          <ac:spMkLst>
            <pc:docMk/>
            <pc:sldMk cId="4207960978" sldId="281"/>
            <ac:spMk id="10" creationId="{510AF8C7-4877-7AD0-A21C-4925134024A2}"/>
          </ac:spMkLst>
        </pc:spChg>
        <pc:spChg chg="add del mod">
          <ac:chgData name="Hałaczkiewicz Kuba (STUD)" userId="2b5493c4-0a8e-4abd-9f3c-58ba618c2ada" providerId="ADAL" clId="{2C6B9096-6D34-42EF-AC5C-6DB25A097A6C}" dt="2025-01-14T21:19:56.522" v="786" actId="478"/>
          <ac:spMkLst>
            <pc:docMk/>
            <pc:sldMk cId="4207960978" sldId="281"/>
            <ac:spMk id="14" creationId="{0CF5E2AB-8FF8-CDEE-7BCF-6A1327BBDE56}"/>
          </ac:spMkLst>
        </pc:spChg>
        <pc:graphicFrameChg chg="add del mod modGraphic">
          <ac:chgData name="Hałaczkiewicz Kuba (STUD)" userId="2b5493c4-0a8e-4abd-9f3c-58ba618c2ada" providerId="ADAL" clId="{2C6B9096-6D34-42EF-AC5C-6DB25A097A6C}" dt="2025-01-14T21:32:56.579" v="1102" actId="20577"/>
          <ac:graphicFrameMkLst>
            <pc:docMk/>
            <pc:sldMk cId="4207960978" sldId="281"/>
            <ac:graphicFrameMk id="9" creationId="{BE5D7563-3D17-D146-CA52-E2586C100CB4}"/>
          </ac:graphicFrameMkLst>
        </pc:graphicFrameChg>
        <pc:graphicFrameChg chg="add mod">
          <ac:chgData name="Hałaczkiewicz Kuba (STUD)" userId="2b5493c4-0a8e-4abd-9f3c-58ba618c2ada" providerId="ADAL" clId="{2C6B9096-6D34-42EF-AC5C-6DB25A097A6C}" dt="2025-01-14T21:19:55.809" v="785" actId="1076"/>
          <ac:graphicFrameMkLst>
            <pc:docMk/>
            <pc:sldMk cId="4207960978" sldId="281"/>
            <ac:graphicFrameMk id="15" creationId="{D91154CF-FCAF-9794-A6B6-AAAE5FE8E6BB}"/>
          </ac:graphicFrameMkLst>
        </pc:graphicFrameChg>
        <pc:picChg chg="del">
          <ac:chgData name="Hałaczkiewicz Kuba (STUD)" userId="2b5493c4-0a8e-4abd-9f3c-58ba618c2ada" providerId="ADAL" clId="{2C6B9096-6D34-42EF-AC5C-6DB25A097A6C}" dt="2025-01-14T21:05:42.154" v="648" actId="478"/>
          <ac:picMkLst>
            <pc:docMk/>
            <pc:sldMk cId="4207960978" sldId="281"/>
            <ac:picMk id="3" creationId="{3358E421-C024-2415-1909-4DF29A9E74AF}"/>
          </ac:picMkLst>
        </pc:picChg>
        <pc:picChg chg="add mod">
          <ac:chgData name="Hałaczkiewicz Kuba (STUD)" userId="2b5493c4-0a8e-4abd-9f3c-58ba618c2ada" providerId="ADAL" clId="{2C6B9096-6D34-42EF-AC5C-6DB25A097A6C}" dt="2025-01-14T21:10:50.616" v="701" actId="14100"/>
          <ac:picMkLst>
            <pc:docMk/>
            <pc:sldMk cId="4207960978" sldId="281"/>
            <ac:picMk id="11" creationId="{5EF2EDE5-DB4C-FB12-F4EA-002F42E5D543}"/>
          </ac:picMkLst>
        </pc:picChg>
        <pc:picChg chg="add mod">
          <ac:chgData name="Hałaczkiewicz Kuba (STUD)" userId="2b5493c4-0a8e-4abd-9f3c-58ba618c2ada" providerId="ADAL" clId="{2C6B9096-6D34-42EF-AC5C-6DB25A097A6C}" dt="2025-01-14T21:36:19.460" v="1165" actId="1076"/>
          <ac:picMkLst>
            <pc:docMk/>
            <pc:sldMk cId="4207960978" sldId="281"/>
            <ac:picMk id="12" creationId="{6D95933D-49E7-EC5F-4CCD-6230E8E36078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43:57.019" v="1232" actId="20577"/>
        <pc:sldMkLst>
          <pc:docMk/>
          <pc:sldMk cId="4144840779" sldId="282"/>
        </pc:sldMkLst>
        <pc:spChg chg="add mod">
          <ac:chgData name="Hałaczkiewicz Kuba (STUD)" userId="2b5493c4-0a8e-4abd-9f3c-58ba618c2ada" providerId="ADAL" clId="{2C6B9096-6D34-42EF-AC5C-6DB25A097A6C}" dt="2025-01-14T21:35:54.080" v="1162" actId="1076"/>
          <ac:spMkLst>
            <pc:docMk/>
            <pc:sldMk cId="4144840779" sldId="282"/>
            <ac:spMk id="2" creationId="{C7D7356B-9B2E-D77E-70BC-44D5E544B51A}"/>
          </ac:spMkLst>
        </pc:spChg>
        <pc:spChg chg="add mod">
          <ac:chgData name="Hałaczkiewicz Kuba (STUD)" userId="2b5493c4-0a8e-4abd-9f3c-58ba618c2ada" providerId="ADAL" clId="{2C6B9096-6D34-42EF-AC5C-6DB25A097A6C}" dt="2025-01-14T21:43:57.019" v="1232" actId="20577"/>
          <ac:spMkLst>
            <pc:docMk/>
            <pc:sldMk cId="4144840779" sldId="282"/>
            <ac:spMk id="6" creationId="{0A5AD6A5-3F4C-D8D9-771E-4746FF18C23D}"/>
          </ac:spMkLst>
        </pc:spChg>
        <pc:spChg chg="add mod">
          <ac:chgData name="Hałaczkiewicz Kuba (STUD)" userId="2b5493c4-0a8e-4abd-9f3c-58ba618c2ada" providerId="ADAL" clId="{2C6B9096-6D34-42EF-AC5C-6DB25A097A6C}" dt="2025-01-14T21:17:42.873" v="758" actId="1076"/>
          <ac:spMkLst>
            <pc:docMk/>
            <pc:sldMk cId="4144840779" sldId="282"/>
            <ac:spMk id="7" creationId="{444975BC-8083-DCD8-7C0B-1AB15A51BFE6}"/>
          </ac:spMkLst>
        </pc:spChg>
        <pc:spChg chg="del">
          <ac:chgData name="Hałaczkiewicz Kuba (STUD)" userId="2b5493c4-0a8e-4abd-9f3c-58ba618c2ada" providerId="ADAL" clId="{2C6B9096-6D34-42EF-AC5C-6DB25A097A6C}" dt="2025-01-14T21:14:29.306" v="726" actId="478"/>
          <ac:spMkLst>
            <pc:docMk/>
            <pc:sldMk cId="4144840779" sldId="282"/>
            <ac:spMk id="10" creationId="{CB28F9F6-E5B4-D0BD-A5B5-3317E505BEF1}"/>
          </ac:spMkLst>
        </pc:spChg>
        <pc:graphicFrameChg chg="mod">
          <ac:chgData name="Hałaczkiewicz Kuba (STUD)" userId="2b5493c4-0a8e-4abd-9f3c-58ba618c2ada" providerId="ADAL" clId="{2C6B9096-6D34-42EF-AC5C-6DB25A097A6C}" dt="2025-01-14T21:35:49.001" v="1161" actId="1076"/>
          <ac:graphicFrameMkLst>
            <pc:docMk/>
            <pc:sldMk cId="4144840779" sldId="282"/>
            <ac:graphicFrameMk id="9" creationId="{490D3BAA-1A9D-9C86-9DF3-4EADD5938A1A}"/>
          </ac:graphicFrameMkLst>
        </pc:graphicFrameChg>
        <pc:picChg chg="add mod">
          <ac:chgData name="Hałaczkiewicz Kuba (STUD)" userId="2b5493c4-0a8e-4abd-9f3c-58ba618c2ada" providerId="ADAL" clId="{2C6B9096-6D34-42EF-AC5C-6DB25A097A6C}" dt="2025-01-14T21:14:32.993" v="729" actId="1076"/>
          <ac:picMkLst>
            <pc:docMk/>
            <pc:sldMk cId="4144840779" sldId="282"/>
            <ac:picMk id="3" creationId="{E1967B61-22C1-B466-9716-D817B2A24FE9}"/>
          </ac:picMkLst>
        </pc:picChg>
        <pc:picChg chg="del">
          <ac:chgData name="Hałaczkiewicz Kuba (STUD)" userId="2b5493c4-0a8e-4abd-9f3c-58ba618c2ada" providerId="ADAL" clId="{2C6B9096-6D34-42EF-AC5C-6DB25A097A6C}" dt="2025-01-14T21:14:29.306" v="726" actId="478"/>
          <ac:picMkLst>
            <pc:docMk/>
            <pc:sldMk cId="4144840779" sldId="282"/>
            <ac:picMk id="11" creationId="{348AC95E-E435-C267-8643-BD05C61AB905}"/>
          </ac:picMkLst>
        </pc:picChg>
        <pc:picChg chg="del">
          <ac:chgData name="Hałaczkiewicz Kuba (STUD)" userId="2b5493c4-0a8e-4abd-9f3c-58ba618c2ada" providerId="ADAL" clId="{2C6B9096-6D34-42EF-AC5C-6DB25A097A6C}" dt="2025-01-14T21:14:29.306" v="726" actId="478"/>
          <ac:picMkLst>
            <pc:docMk/>
            <pc:sldMk cId="4144840779" sldId="282"/>
            <ac:picMk id="12" creationId="{728DD13F-7684-8230-9C1A-CE2F3543EEC6}"/>
          </ac:picMkLst>
        </pc:picChg>
      </pc:sldChg>
      <pc:sldChg chg="addSp modSp mod">
        <pc:chgData name="Hałaczkiewicz Kuba (STUD)" userId="2b5493c4-0a8e-4abd-9f3c-58ba618c2ada" providerId="ADAL" clId="{2C6B9096-6D34-42EF-AC5C-6DB25A097A6C}" dt="2025-01-14T21:54:01.936" v="1373" actId="1076"/>
        <pc:sldMkLst>
          <pc:docMk/>
          <pc:sldMk cId="2150302576" sldId="283"/>
        </pc:sldMkLst>
        <pc:spChg chg="add mod ord">
          <ac:chgData name="Hałaczkiewicz Kuba (STUD)" userId="2b5493c4-0a8e-4abd-9f3c-58ba618c2ada" providerId="ADAL" clId="{2C6B9096-6D34-42EF-AC5C-6DB25A097A6C}" dt="2025-01-14T21:45:52.796" v="1245" actId="14100"/>
          <ac:spMkLst>
            <pc:docMk/>
            <pc:sldMk cId="2150302576" sldId="283"/>
            <ac:spMk id="5" creationId="{03CAE4B5-FA1F-931F-C4B4-3B187DA2D1AA}"/>
          </ac:spMkLst>
        </pc:spChg>
        <pc:spChg chg="add mod ord">
          <ac:chgData name="Hałaczkiewicz Kuba (STUD)" userId="2b5493c4-0a8e-4abd-9f3c-58ba618c2ada" providerId="ADAL" clId="{2C6B9096-6D34-42EF-AC5C-6DB25A097A6C}" dt="2025-01-14T21:45:43.429" v="1242" actId="14100"/>
          <ac:spMkLst>
            <pc:docMk/>
            <pc:sldMk cId="2150302576" sldId="283"/>
            <ac:spMk id="6" creationId="{9ECF38DD-87EB-4BDD-FF92-86482491E871}"/>
          </ac:spMkLst>
        </pc:spChg>
        <pc:graphicFrameChg chg="add mod">
          <ac:chgData name="Hałaczkiewicz Kuba (STUD)" userId="2b5493c4-0a8e-4abd-9f3c-58ba618c2ada" providerId="ADAL" clId="{2C6B9096-6D34-42EF-AC5C-6DB25A097A6C}" dt="2025-01-14T21:51:35.403" v="1359"/>
          <ac:graphicFrameMkLst>
            <pc:docMk/>
            <pc:sldMk cId="2150302576" sldId="283"/>
            <ac:graphicFrameMk id="7" creationId="{16112196-6704-6214-F4B2-1A31D32F4A69}"/>
          </ac:graphicFrameMkLst>
        </pc:graphicFrameChg>
        <pc:picChg chg="mod ord">
          <ac:chgData name="Hałaczkiewicz Kuba (STUD)" userId="2b5493c4-0a8e-4abd-9f3c-58ba618c2ada" providerId="ADAL" clId="{2C6B9096-6D34-42EF-AC5C-6DB25A097A6C}" dt="2025-01-14T21:54:01.936" v="1373" actId="1076"/>
          <ac:picMkLst>
            <pc:docMk/>
            <pc:sldMk cId="2150302576" sldId="283"/>
            <ac:picMk id="4" creationId="{0A46219F-DAA7-EED5-8BBE-A93DC4F8036C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50:37.242" v="1358" actId="20577"/>
        <pc:sldMkLst>
          <pc:docMk/>
          <pc:sldMk cId="452485230" sldId="284"/>
        </pc:sldMkLst>
        <pc:spChg chg="del">
          <ac:chgData name="Hałaczkiewicz Kuba (STUD)" userId="2b5493c4-0a8e-4abd-9f3c-58ba618c2ada" providerId="ADAL" clId="{2C6B9096-6D34-42EF-AC5C-6DB25A097A6C}" dt="2025-01-14T21:20:54.221" v="791" actId="478"/>
          <ac:spMkLst>
            <pc:docMk/>
            <pc:sldMk cId="452485230" sldId="284"/>
            <ac:spMk id="2" creationId="{DEF87032-F250-605C-D824-523776855548}"/>
          </ac:spMkLst>
        </pc:spChg>
        <pc:spChg chg="del">
          <ac:chgData name="Hałaczkiewicz Kuba (STUD)" userId="2b5493c4-0a8e-4abd-9f3c-58ba618c2ada" providerId="ADAL" clId="{2C6B9096-6D34-42EF-AC5C-6DB25A097A6C}" dt="2025-01-14T21:20:57.940" v="793" actId="478"/>
          <ac:spMkLst>
            <pc:docMk/>
            <pc:sldMk cId="452485230" sldId="284"/>
            <ac:spMk id="3" creationId="{5FB0944B-9134-DE81-07E8-1CD986C68EBB}"/>
          </ac:spMkLst>
        </pc:spChg>
        <pc:spChg chg="del">
          <ac:chgData name="Hałaczkiewicz Kuba (STUD)" userId="2b5493c4-0a8e-4abd-9f3c-58ba618c2ada" providerId="ADAL" clId="{2C6B9096-6D34-42EF-AC5C-6DB25A097A6C}" dt="2025-01-14T21:20:54.221" v="791" actId="478"/>
          <ac:spMkLst>
            <pc:docMk/>
            <pc:sldMk cId="452485230" sldId="284"/>
            <ac:spMk id="4" creationId="{0B98C97C-2217-EE1B-A162-6BCF32625E43}"/>
          </ac:spMkLst>
        </pc:spChg>
        <pc:spChg chg="del">
          <ac:chgData name="Hałaczkiewicz Kuba (STUD)" userId="2b5493c4-0a8e-4abd-9f3c-58ba618c2ada" providerId="ADAL" clId="{2C6B9096-6D34-42EF-AC5C-6DB25A097A6C}" dt="2025-01-14T21:20:55.640" v="792" actId="478"/>
          <ac:spMkLst>
            <pc:docMk/>
            <pc:sldMk cId="452485230" sldId="284"/>
            <ac:spMk id="6" creationId="{2C7CDCD8-511C-464F-B0A2-EFD89951628B}"/>
          </ac:spMkLst>
        </pc:spChg>
        <pc:spChg chg="add del mod">
          <ac:chgData name="Hałaczkiewicz Kuba (STUD)" userId="2b5493c4-0a8e-4abd-9f3c-58ba618c2ada" providerId="ADAL" clId="{2C6B9096-6D34-42EF-AC5C-6DB25A097A6C}" dt="2025-01-14T21:24:19.582" v="867" actId="478"/>
          <ac:spMkLst>
            <pc:docMk/>
            <pc:sldMk cId="452485230" sldId="284"/>
            <ac:spMk id="9" creationId="{D77965A0-F201-78B1-0624-1B32AEAFAA5E}"/>
          </ac:spMkLst>
        </pc:spChg>
        <pc:spChg chg="add mod">
          <ac:chgData name="Hałaczkiewicz Kuba (STUD)" userId="2b5493c4-0a8e-4abd-9f3c-58ba618c2ada" providerId="ADAL" clId="{2C6B9096-6D34-42EF-AC5C-6DB25A097A6C}" dt="2025-01-14T21:20:57.940" v="793" actId="478"/>
          <ac:spMkLst>
            <pc:docMk/>
            <pc:sldMk cId="452485230" sldId="284"/>
            <ac:spMk id="11" creationId="{A641444E-1E9C-8F86-6623-7D9988EDCE6F}"/>
          </ac:spMkLst>
        </pc:spChg>
        <pc:spChg chg="add del mod">
          <ac:chgData name="Hałaczkiewicz Kuba (STUD)" userId="2b5493c4-0a8e-4abd-9f3c-58ba618c2ada" providerId="ADAL" clId="{2C6B9096-6D34-42EF-AC5C-6DB25A097A6C}" dt="2025-01-14T21:24:29.100" v="869" actId="478"/>
          <ac:spMkLst>
            <pc:docMk/>
            <pc:sldMk cId="452485230" sldId="284"/>
            <ac:spMk id="13" creationId="{2634DBF3-6BE7-74B1-EC2D-CD65A1560BA4}"/>
          </ac:spMkLst>
        </pc:spChg>
        <pc:spChg chg="add mod">
          <ac:chgData name="Hałaczkiewicz Kuba (STUD)" userId="2b5493c4-0a8e-4abd-9f3c-58ba618c2ada" providerId="ADAL" clId="{2C6B9096-6D34-42EF-AC5C-6DB25A097A6C}" dt="2025-01-14T21:24:34.516" v="871"/>
          <ac:spMkLst>
            <pc:docMk/>
            <pc:sldMk cId="452485230" sldId="284"/>
            <ac:spMk id="14" creationId="{DB7EC7CC-CD34-55E2-73E1-EA86557E32D9}"/>
          </ac:spMkLst>
        </pc:spChg>
        <pc:spChg chg="add mod">
          <ac:chgData name="Hałaczkiewicz Kuba (STUD)" userId="2b5493c4-0a8e-4abd-9f3c-58ba618c2ada" providerId="ADAL" clId="{2C6B9096-6D34-42EF-AC5C-6DB25A097A6C}" dt="2025-01-14T21:24:37.937" v="872"/>
          <ac:spMkLst>
            <pc:docMk/>
            <pc:sldMk cId="452485230" sldId="284"/>
            <ac:spMk id="15" creationId="{022DFFAA-A25C-05C5-9DB5-39E055252AD1}"/>
          </ac:spMkLst>
        </pc:spChg>
        <pc:graphicFrameChg chg="add mod">
          <ac:chgData name="Hałaczkiewicz Kuba (STUD)" userId="2b5493c4-0a8e-4abd-9f3c-58ba618c2ada" providerId="ADAL" clId="{2C6B9096-6D34-42EF-AC5C-6DB25A097A6C}" dt="2025-01-14T21:50:37.242" v="1358" actId="20577"/>
          <ac:graphicFrameMkLst>
            <pc:docMk/>
            <pc:sldMk cId="452485230" sldId="284"/>
            <ac:graphicFrameMk id="12" creationId="{9F5F26DD-82EA-FECE-8E14-D4D96A1355D6}"/>
          </ac:graphicFrameMkLst>
        </pc:graphicFrameChg>
        <pc:picChg chg="del">
          <ac:chgData name="Hałaczkiewicz Kuba (STUD)" userId="2b5493c4-0a8e-4abd-9f3c-58ba618c2ada" providerId="ADAL" clId="{2C6B9096-6D34-42EF-AC5C-6DB25A097A6C}" dt="2025-01-14T21:20:54.221" v="791" actId="478"/>
          <ac:picMkLst>
            <pc:docMk/>
            <pc:sldMk cId="452485230" sldId="284"/>
            <ac:picMk id="7" creationId="{2CAE6CCE-4C18-E6FC-722A-EAF31B57CFF7}"/>
          </ac:picMkLst>
        </pc:picChg>
        <pc:picChg chg="del">
          <ac:chgData name="Hałaczkiewicz Kuba (STUD)" userId="2b5493c4-0a8e-4abd-9f3c-58ba618c2ada" providerId="ADAL" clId="{2C6B9096-6D34-42EF-AC5C-6DB25A097A6C}" dt="2025-01-14T21:20:54.221" v="791" actId="478"/>
          <ac:picMkLst>
            <pc:docMk/>
            <pc:sldMk cId="452485230" sldId="284"/>
            <ac:picMk id="8" creationId="{695A7A80-61FB-9E14-CEAC-B356958C7D68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43:47.024" v="1230" actId="313"/>
        <pc:sldMkLst>
          <pc:docMk/>
          <pc:sldMk cId="3386878617" sldId="286"/>
        </pc:sldMkLst>
        <pc:spChg chg="del">
          <ac:chgData name="Hałaczkiewicz Kuba (STUD)" userId="2b5493c4-0a8e-4abd-9f3c-58ba618c2ada" providerId="ADAL" clId="{2C6B9096-6D34-42EF-AC5C-6DB25A097A6C}" dt="2025-01-14T21:34:09.586" v="1126" actId="478"/>
          <ac:spMkLst>
            <pc:docMk/>
            <pc:sldMk cId="3386878617" sldId="286"/>
            <ac:spMk id="2" creationId="{2F9A8A24-62EA-53E5-3E04-640EF45B7109}"/>
          </ac:spMkLst>
        </pc:spChg>
        <pc:spChg chg="del">
          <ac:chgData name="Hałaczkiewicz Kuba (STUD)" userId="2b5493c4-0a8e-4abd-9f3c-58ba618c2ada" providerId="ADAL" clId="{2C6B9096-6D34-42EF-AC5C-6DB25A097A6C}" dt="2025-01-14T21:34:09.586" v="1126" actId="478"/>
          <ac:spMkLst>
            <pc:docMk/>
            <pc:sldMk cId="3386878617" sldId="286"/>
            <ac:spMk id="6" creationId="{AD5532ED-169D-707B-96F8-90F4C3A2C2FC}"/>
          </ac:spMkLst>
        </pc:spChg>
        <pc:spChg chg="del mod">
          <ac:chgData name="Hałaczkiewicz Kuba (STUD)" userId="2b5493c4-0a8e-4abd-9f3c-58ba618c2ada" providerId="ADAL" clId="{2C6B9096-6D34-42EF-AC5C-6DB25A097A6C}" dt="2025-01-14T21:39:38.976" v="1188" actId="478"/>
          <ac:spMkLst>
            <pc:docMk/>
            <pc:sldMk cId="3386878617" sldId="286"/>
            <ac:spMk id="7" creationId="{870BF80C-C906-5C32-51CC-F98BECFAFC23}"/>
          </ac:spMkLst>
        </pc:spChg>
        <pc:spChg chg="add del mod">
          <ac:chgData name="Hałaczkiewicz Kuba (STUD)" userId="2b5493c4-0a8e-4abd-9f3c-58ba618c2ada" providerId="ADAL" clId="{2C6B9096-6D34-42EF-AC5C-6DB25A097A6C}" dt="2025-01-14T21:34:19.557" v="1128" actId="478"/>
          <ac:spMkLst>
            <pc:docMk/>
            <pc:sldMk cId="3386878617" sldId="286"/>
            <ac:spMk id="10" creationId="{36F347A5-11A5-243E-F19A-02AA1E11C806}"/>
          </ac:spMkLst>
        </pc:spChg>
        <pc:spChg chg="add mod">
          <ac:chgData name="Hałaczkiewicz Kuba (STUD)" userId="2b5493c4-0a8e-4abd-9f3c-58ba618c2ada" providerId="ADAL" clId="{2C6B9096-6D34-42EF-AC5C-6DB25A097A6C}" dt="2025-01-14T21:38:04.445" v="1169" actId="1076"/>
          <ac:spMkLst>
            <pc:docMk/>
            <pc:sldMk cId="3386878617" sldId="286"/>
            <ac:spMk id="11" creationId="{FB8293CA-D933-FB83-5AD4-4E5F73D0E4F3}"/>
          </ac:spMkLst>
        </pc:spChg>
        <pc:spChg chg="add mod">
          <ac:chgData name="Hałaczkiewicz Kuba (STUD)" userId="2b5493c4-0a8e-4abd-9f3c-58ba618c2ada" providerId="ADAL" clId="{2C6B9096-6D34-42EF-AC5C-6DB25A097A6C}" dt="2025-01-14T21:43:47.024" v="1230" actId="313"/>
          <ac:spMkLst>
            <pc:docMk/>
            <pc:sldMk cId="3386878617" sldId="286"/>
            <ac:spMk id="12" creationId="{879BDD58-136E-9942-29F3-B3BACB57BE99}"/>
          </ac:spMkLst>
        </pc:spChg>
        <pc:graphicFrameChg chg="mod">
          <ac:chgData name="Hałaczkiewicz Kuba (STUD)" userId="2b5493c4-0a8e-4abd-9f3c-58ba618c2ada" providerId="ADAL" clId="{2C6B9096-6D34-42EF-AC5C-6DB25A097A6C}" dt="2025-01-14T21:35:11.370" v="1146"/>
          <ac:graphicFrameMkLst>
            <pc:docMk/>
            <pc:sldMk cId="3386878617" sldId="286"/>
            <ac:graphicFrameMk id="9" creationId="{3E110340-B649-09C3-2951-2DE802EE32E3}"/>
          </ac:graphicFrameMkLst>
        </pc:graphicFrameChg>
        <pc:picChg chg="del">
          <ac:chgData name="Hałaczkiewicz Kuba (STUD)" userId="2b5493c4-0a8e-4abd-9f3c-58ba618c2ada" providerId="ADAL" clId="{2C6B9096-6D34-42EF-AC5C-6DB25A097A6C}" dt="2025-01-14T21:34:09.586" v="1126" actId="478"/>
          <ac:picMkLst>
            <pc:docMk/>
            <pc:sldMk cId="3386878617" sldId="286"/>
            <ac:picMk id="3" creationId="{F133F14F-0698-D4E1-C480-B10AFB935341}"/>
          </ac:picMkLst>
        </pc:picChg>
        <pc:picChg chg="add mod">
          <ac:chgData name="Hałaczkiewicz Kuba (STUD)" userId="2b5493c4-0a8e-4abd-9f3c-58ba618c2ada" providerId="ADAL" clId="{2C6B9096-6D34-42EF-AC5C-6DB25A097A6C}" dt="2025-01-14T21:39:56.159" v="1190" actId="1076"/>
          <ac:picMkLst>
            <pc:docMk/>
            <pc:sldMk cId="3386878617" sldId="286"/>
            <ac:picMk id="13" creationId="{4D886C25-CE1A-DE36-2C0E-9DC1C42E55D8}"/>
          </ac:picMkLst>
        </pc:picChg>
        <pc:picChg chg="add mod">
          <ac:chgData name="Hałaczkiewicz Kuba (STUD)" userId="2b5493c4-0a8e-4abd-9f3c-58ba618c2ada" providerId="ADAL" clId="{2C6B9096-6D34-42EF-AC5C-6DB25A097A6C}" dt="2025-01-14T21:39:27.222" v="1186" actId="1076"/>
          <ac:picMkLst>
            <pc:docMk/>
            <pc:sldMk cId="3386878617" sldId="286"/>
            <ac:picMk id="14" creationId="{44627405-41E6-D96C-AF84-71920E1B4053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43:32.042" v="1225" actId="114"/>
        <pc:sldMkLst>
          <pc:docMk/>
          <pc:sldMk cId="679701238" sldId="287"/>
        </pc:sldMkLst>
        <pc:spChg chg="mod">
          <ac:chgData name="Hałaczkiewicz Kuba (STUD)" userId="2b5493c4-0a8e-4abd-9f3c-58ba618c2ada" providerId="ADAL" clId="{2C6B9096-6D34-42EF-AC5C-6DB25A097A6C}" dt="2025-01-14T21:43:32.042" v="1225" actId="114"/>
          <ac:spMkLst>
            <pc:docMk/>
            <pc:sldMk cId="679701238" sldId="287"/>
            <ac:spMk id="12" creationId="{68F5B27A-34CC-88EE-4BAB-8A97BA859B2C}"/>
          </ac:spMkLst>
        </pc:spChg>
        <pc:picChg chg="add mod ord">
          <ac:chgData name="Hałaczkiewicz Kuba (STUD)" userId="2b5493c4-0a8e-4abd-9f3c-58ba618c2ada" providerId="ADAL" clId="{2C6B9096-6D34-42EF-AC5C-6DB25A097A6C}" dt="2025-01-14T21:41:10.013" v="1210" actId="166"/>
          <ac:picMkLst>
            <pc:docMk/>
            <pc:sldMk cId="679701238" sldId="287"/>
            <ac:picMk id="2" creationId="{E86111E0-00BE-6C31-BC5B-6B955FB596D8}"/>
          </ac:picMkLst>
        </pc:picChg>
        <pc:picChg chg="add mod ord">
          <ac:chgData name="Hałaczkiewicz Kuba (STUD)" userId="2b5493c4-0a8e-4abd-9f3c-58ba618c2ada" providerId="ADAL" clId="{2C6B9096-6D34-42EF-AC5C-6DB25A097A6C}" dt="2025-01-14T21:41:29.441" v="1216" actId="14100"/>
          <ac:picMkLst>
            <pc:docMk/>
            <pc:sldMk cId="679701238" sldId="287"/>
            <ac:picMk id="3" creationId="{CCE142F8-5A40-3DC9-E05A-DBDEA45945D1}"/>
          </ac:picMkLst>
        </pc:picChg>
        <pc:picChg chg="del">
          <ac:chgData name="Hałaczkiewicz Kuba (STUD)" userId="2b5493c4-0a8e-4abd-9f3c-58ba618c2ada" providerId="ADAL" clId="{2C6B9096-6D34-42EF-AC5C-6DB25A097A6C}" dt="2025-01-14T21:41:04.956" v="1209" actId="478"/>
          <ac:picMkLst>
            <pc:docMk/>
            <pc:sldMk cId="679701238" sldId="287"/>
            <ac:picMk id="13" creationId="{2836D552-7C93-7B92-AFA6-82AE3BF2B640}"/>
          </ac:picMkLst>
        </pc:picChg>
        <pc:picChg chg="del">
          <ac:chgData name="Hałaczkiewicz Kuba (STUD)" userId="2b5493c4-0a8e-4abd-9f3c-58ba618c2ada" providerId="ADAL" clId="{2C6B9096-6D34-42EF-AC5C-6DB25A097A6C}" dt="2025-01-14T21:41:20.288" v="1214" actId="478"/>
          <ac:picMkLst>
            <pc:docMk/>
            <pc:sldMk cId="679701238" sldId="287"/>
            <ac:picMk id="14" creationId="{2340E419-793A-9D12-4DE8-B5CD0A9ECF9B}"/>
          </ac:picMkLst>
        </pc:picChg>
      </pc:sldChg>
      <pc:sldChg chg="addSp delSp modSp add del mod">
        <pc:chgData name="Hałaczkiewicz Kuba (STUD)" userId="2b5493c4-0a8e-4abd-9f3c-58ba618c2ada" providerId="ADAL" clId="{2C6B9096-6D34-42EF-AC5C-6DB25A097A6C}" dt="2025-01-14T21:40:34.766" v="1203" actId="47"/>
        <pc:sldMkLst>
          <pc:docMk/>
          <pc:sldMk cId="3966306382" sldId="287"/>
        </pc:sldMkLst>
        <pc:picChg chg="add mod">
          <ac:chgData name="Hałaczkiewicz Kuba (STUD)" userId="2b5493c4-0a8e-4abd-9f3c-58ba618c2ada" providerId="ADAL" clId="{2C6B9096-6D34-42EF-AC5C-6DB25A097A6C}" dt="2025-01-14T21:40:08.209" v="1193"/>
          <ac:picMkLst>
            <pc:docMk/>
            <pc:sldMk cId="3966306382" sldId="287"/>
            <ac:picMk id="2" creationId="{992E7A1A-07CA-197D-2724-5F5BEE54F653}"/>
          </ac:picMkLst>
        </pc:picChg>
        <pc:picChg chg="add mod ord">
          <ac:chgData name="Hałaczkiewicz Kuba (STUD)" userId="2b5493c4-0a8e-4abd-9f3c-58ba618c2ada" providerId="ADAL" clId="{2C6B9096-6D34-42EF-AC5C-6DB25A097A6C}" dt="2025-01-14T21:40:24.932" v="1201" actId="167"/>
          <ac:picMkLst>
            <pc:docMk/>
            <pc:sldMk cId="3966306382" sldId="287"/>
            <ac:picMk id="3" creationId="{7D877B12-27AB-DFB2-EE65-447F69DA2DEB}"/>
          </ac:picMkLst>
        </pc:picChg>
        <pc:picChg chg="add del">
          <ac:chgData name="Hałaczkiewicz Kuba (STUD)" userId="2b5493c4-0a8e-4abd-9f3c-58ba618c2ada" providerId="ADAL" clId="{2C6B9096-6D34-42EF-AC5C-6DB25A097A6C}" dt="2025-01-14T21:40:26.524" v="1202" actId="478"/>
          <ac:picMkLst>
            <pc:docMk/>
            <pc:sldMk cId="3966306382" sldId="287"/>
            <ac:picMk id="13" creationId="{6D85E887-14B3-3389-DDCE-6FBED6535E62}"/>
          </ac:picMkLst>
        </pc:picChg>
      </pc:sldChg>
      <pc:sldChg chg="addSp delSp modSp add mod">
        <pc:chgData name="Hałaczkiewicz Kuba (STUD)" userId="2b5493c4-0a8e-4abd-9f3c-58ba618c2ada" providerId="ADAL" clId="{2C6B9096-6D34-42EF-AC5C-6DB25A097A6C}" dt="2025-01-14T21:53:09.827" v="1371" actId="20577"/>
        <pc:sldMkLst>
          <pc:docMk/>
          <pc:sldMk cId="3339028853" sldId="288"/>
        </pc:sldMkLst>
        <pc:spChg chg="mod">
          <ac:chgData name="Hałaczkiewicz Kuba (STUD)" userId="2b5493c4-0a8e-4abd-9f3c-58ba618c2ada" providerId="ADAL" clId="{2C6B9096-6D34-42EF-AC5C-6DB25A097A6C}" dt="2025-01-14T21:53:09.827" v="1371" actId="20577"/>
          <ac:spMkLst>
            <pc:docMk/>
            <pc:sldMk cId="3339028853" sldId="288"/>
            <ac:spMk id="12" creationId="{F99F9F7F-C34F-1C6F-535A-F4568C9A2EE6}"/>
          </ac:spMkLst>
        </pc:spChg>
        <pc:picChg chg="del">
          <ac:chgData name="Hałaczkiewicz Kuba (STUD)" userId="2b5493c4-0a8e-4abd-9f3c-58ba618c2ada" providerId="ADAL" clId="{2C6B9096-6D34-42EF-AC5C-6DB25A097A6C}" dt="2025-01-14T21:47:02.847" v="1254" actId="478"/>
          <ac:picMkLst>
            <pc:docMk/>
            <pc:sldMk cId="3339028853" sldId="288"/>
            <ac:picMk id="2" creationId="{063D5E68-BC43-CA51-E8CC-8E41FE8B521E}"/>
          </ac:picMkLst>
        </pc:picChg>
        <pc:picChg chg="del">
          <ac:chgData name="Hałaczkiewicz Kuba (STUD)" userId="2b5493c4-0a8e-4abd-9f3c-58ba618c2ada" providerId="ADAL" clId="{2C6B9096-6D34-42EF-AC5C-6DB25A097A6C}" dt="2025-01-14T21:46:58.207" v="1252" actId="478"/>
          <ac:picMkLst>
            <pc:docMk/>
            <pc:sldMk cId="3339028853" sldId="288"/>
            <ac:picMk id="3" creationId="{B02120E4-3C15-6922-7841-B4D32B63E734}"/>
          </ac:picMkLst>
        </pc:picChg>
        <pc:picChg chg="add mod ord">
          <ac:chgData name="Hałaczkiewicz Kuba (STUD)" userId="2b5493c4-0a8e-4abd-9f3c-58ba618c2ada" providerId="ADAL" clId="{2C6B9096-6D34-42EF-AC5C-6DB25A097A6C}" dt="2025-01-14T21:47:13.800" v="1257" actId="14100"/>
          <ac:picMkLst>
            <pc:docMk/>
            <pc:sldMk cId="3339028853" sldId="288"/>
            <ac:picMk id="6" creationId="{7F9AC23D-F6DF-0C1B-9524-7E71876798DD}"/>
          </ac:picMkLst>
        </pc:picChg>
      </pc:sldChg>
      <pc:sldChg chg="delSp modSp add del mod ord">
        <pc:chgData name="Hałaczkiewicz Kuba (STUD)" userId="2b5493c4-0a8e-4abd-9f3c-58ba618c2ada" providerId="ADAL" clId="{2C6B9096-6D34-42EF-AC5C-6DB25A097A6C}" dt="2025-01-14T21:51:39.316" v="1360" actId="47"/>
        <pc:sldMkLst>
          <pc:docMk/>
          <pc:sldMk cId="181270421" sldId="289"/>
        </pc:sldMkLst>
        <pc:spChg chg="del">
          <ac:chgData name="Hałaczkiewicz Kuba (STUD)" userId="2b5493c4-0a8e-4abd-9f3c-58ba618c2ada" providerId="ADAL" clId="{2C6B9096-6D34-42EF-AC5C-6DB25A097A6C}" dt="2025-01-14T21:48:23.883" v="1261" actId="478"/>
          <ac:spMkLst>
            <pc:docMk/>
            <pc:sldMk cId="181270421" sldId="289"/>
            <ac:spMk id="11" creationId="{E5BAAB12-D018-1C26-76E1-C2C1BEB48C40}"/>
          </ac:spMkLst>
        </pc:spChg>
        <pc:spChg chg="del">
          <ac:chgData name="Hałaczkiewicz Kuba (STUD)" userId="2b5493c4-0a8e-4abd-9f3c-58ba618c2ada" providerId="ADAL" clId="{2C6B9096-6D34-42EF-AC5C-6DB25A097A6C}" dt="2025-01-14T21:48:23.883" v="1261" actId="478"/>
          <ac:spMkLst>
            <pc:docMk/>
            <pc:sldMk cId="181270421" sldId="289"/>
            <ac:spMk id="12" creationId="{A5D865E7-45E1-2ADE-A38C-4D9BFF98A8A8}"/>
          </ac:spMkLst>
        </pc:spChg>
        <pc:graphicFrameChg chg="mod modGraphic">
          <ac:chgData name="Hałaczkiewicz Kuba (STUD)" userId="2b5493c4-0a8e-4abd-9f3c-58ba618c2ada" providerId="ADAL" clId="{2C6B9096-6D34-42EF-AC5C-6DB25A097A6C}" dt="2025-01-14T21:49:13.072" v="1271" actId="255"/>
          <ac:graphicFrameMkLst>
            <pc:docMk/>
            <pc:sldMk cId="181270421" sldId="289"/>
            <ac:graphicFrameMk id="9" creationId="{62B3A147-35B5-F8D6-E952-FE948B6735A4}"/>
          </ac:graphicFrameMkLst>
        </pc:graphicFrameChg>
        <pc:picChg chg="del">
          <ac:chgData name="Hałaczkiewicz Kuba (STUD)" userId="2b5493c4-0a8e-4abd-9f3c-58ba618c2ada" providerId="ADAL" clId="{2C6B9096-6D34-42EF-AC5C-6DB25A097A6C}" dt="2025-01-14T21:48:23.883" v="1261" actId="478"/>
          <ac:picMkLst>
            <pc:docMk/>
            <pc:sldMk cId="181270421" sldId="289"/>
            <ac:picMk id="6" creationId="{77660C40-5BBF-AC57-2E52-92D13623804B}"/>
          </ac:picMkLst>
        </pc:picChg>
      </pc:sldChg>
      <pc:sldChg chg="modSp add del">
        <pc:chgData name="Hałaczkiewicz Kuba (STUD)" userId="2b5493c4-0a8e-4abd-9f3c-58ba618c2ada" providerId="ADAL" clId="{2C6B9096-6D34-42EF-AC5C-6DB25A097A6C}" dt="2025-01-14T21:49:02.686" v="1269" actId="47"/>
        <pc:sldMkLst>
          <pc:docMk/>
          <pc:sldMk cId="2727985496" sldId="290"/>
        </pc:sldMkLst>
        <pc:graphicFrameChg chg="mod">
          <ac:chgData name="Hałaczkiewicz Kuba (STUD)" userId="2b5493c4-0a8e-4abd-9f3c-58ba618c2ada" providerId="ADAL" clId="{2C6B9096-6D34-42EF-AC5C-6DB25A097A6C}" dt="2025-01-14T21:48:58.749" v="1268" actId="113"/>
          <ac:graphicFrameMkLst>
            <pc:docMk/>
            <pc:sldMk cId="2727985496" sldId="290"/>
            <ac:graphicFrameMk id="9" creationId="{CC16AC44-B961-C5C4-83AF-00749B9AB193}"/>
          </ac:graphicFrameMkLst>
        </pc:graphicFrameChg>
      </pc:sldChg>
    </pc:docChg>
  </pc:docChgLst>
  <pc:docChgLst>
    <pc:chgData name="Szopa Jan (STUD)" userId="S::01178889@pw.edu.pl::5fcbaa56-802f-4e86-9ece-36d1f9d32672" providerId="AD" clId="Web-{62CE6559-A37C-FDA5-C5F7-36B1BAE0A8F1}"/>
    <pc:docChg chg="addSld delSld modSld">
      <pc:chgData name="Szopa Jan (STUD)" userId="S::01178889@pw.edu.pl::5fcbaa56-802f-4e86-9ece-36d1f9d32672" providerId="AD" clId="Web-{62CE6559-A37C-FDA5-C5F7-36B1BAE0A8F1}" dt="2025-01-14T21:51:52.287" v="805" actId="20577"/>
      <pc:docMkLst>
        <pc:docMk/>
      </pc:docMkLst>
      <pc:sldChg chg="modSp">
        <pc:chgData name="Szopa Jan (STUD)" userId="S::01178889@pw.edu.pl::5fcbaa56-802f-4e86-9ece-36d1f9d32672" providerId="AD" clId="Web-{62CE6559-A37C-FDA5-C5F7-36B1BAE0A8F1}" dt="2025-01-14T20:09:20.346" v="191" actId="20577"/>
        <pc:sldMkLst>
          <pc:docMk/>
          <pc:sldMk cId="3610162551" sldId="256"/>
        </pc:sldMkLst>
        <pc:spChg chg="mod">
          <ac:chgData name="Szopa Jan (STUD)" userId="S::01178889@pw.edu.pl::5fcbaa56-802f-4e86-9ece-36d1f9d32672" providerId="AD" clId="Web-{62CE6559-A37C-FDA5-C5F7-36B1BAE0A8F1}" dt="2025-01-14T20:09:20.346" v="191" actId="20577"/>
          <ac:spMkLst>
            <pc:docMk/>
            <pc:sldMk cId="3610162551" sldId="256"/>
            <ac:spMk id="2" creationId="{B769428E-2A73-99C2-940A-E75535990DBA}"/>
          </ac:spMkLst>
        </pc:spChg>
        <pc:spChg chg="mod">
          <ac:chgData name="Szopa Jan (STUD)" userId="S::01178889@pw.edu.pl::5fcbaa56-802f-4e86-9ece-36d1f9d32672" providerId="AD" clId="Web-{62CE6559-A37C-FDA5-C5F7-36B1BAE0A8F1}" dt="2025-01-14T20:06:20.888" v="174" actId="20577"/>
          <ac:spMkLst>
            <pc:docMk/>
            <pc:sldMk cId="3610162551" sldId="256"/>
            <ac:spMk id="3" creationId="{FD4B807C-E0E7-DD7E-8F4A-B3790A2B1863}"/>
          </ac:spMkLst>
        </pc:spChg>
      </pc:sldChg>
      <pc:sldChg chg="new del">
        <pc:chgData name="Szopa Jan (STUD)" userId="S::01178889@pw.edu.pl::5fcbaa56-802f-4e86-9ece-36d1f9d32672" providerId="AD" clId="Web-{62CE6559-A37C-FDA5-C5F7-36B1BAE0A8F1}" dt="2025-01-14T19:37:37.790" v="1"/>
        <pc:sldMkLst>
          <pc:docMk/>
          <pc:sldMk cId="3932541461" sldId="259"/>
        </pc:sldMkLst>
      </pc:sldChg>
      <pc:sldChg chg="addSp delSp modSp new mod setBg">
        <pc:chgData name="Szopa Jan (STUD)" userId="S::01178889@pw.edu.pl::5fcbaa56-802f-4e86-9ece-36d1f9d32672" providerId="AD" clId="Web-{62CE6559-A37C-FDA5-C5F7-36B1BAE0A8F1}" dt="2025-01-14T19:58:09.061" v="143" actId="1076"/>
        <pc:sldMkLst>
          <pc:docMk/>
          <pc:sldMk cId="4028794205" sldId="259"/>
        </pc:sldMkLst>
        <pc:spChg chg="mod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2" creationId="{B04D3660-E61D-7FB3-016D-E5E9449A9AFA}"/>
          </ac:spMkLst>
        </pc:spChg>
        <pc:spChg chg="del mod">
          <ac:chgData name="Szopa Jan (STUD)" userId="S::01178889@pw.edu.pl::5fcbaa56-802f-4e86-9ece-36d1f9d32672" providerId="AD" clId="Web-{62CE6559-A37C-FDA5-C5F7-36B1BAE0A8F1}" dt="2025-01-14T19:40:41.405" v="10"/>
          <ac:spMkLst>
            <pc:docMk/>
            <pc:sldMk cId="4028794205" sldId="259"/>
            <ac:spMk id="3" creationId="{C7FB07C7-14B2-2E28-6D8C-1B177C6EA875}"/>
          </ac:spMkLst>
        </pc:spChg>
        <pc:spChg chg="add mod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8" creationId="{BC8681A4-6EF4-93CE-59D0-2CA56EF3D659}"/>
          </ac:spMkLst>
        </pc:spChg>
        <pc:spChg chg="add del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11" creationId="{2B97F24A-32CE-4C1C-A50D-3016B394DCFB}"/>
          </ac:spMkLst>
        </pc:spChg>
        <pc:spChg chg="add del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13" creationId="{6357EC4F-235E-4222-A36F-C7878ACE37F2}"/>
          </ac:spMkLst>
        </pc:spChg>
        <pc:spChg chg="add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18" creationId="{352BEC0E-22F8-46D0-9632-375DB541B06C}"/>
          </ac:spMkLst>
        </pc:spChg>
        <pc:spChg chg="add">
          <ac:chgData name="Szopa Jan (STUD)" userId="S::01178889@pw.edu.pl::5fcbaa56-802f-4e86-9ece-36d1f9d32672" providerId="AD" clId="Web-{62CE6559-A37C-FDA5-C5F7-36B1BAE0A8F1}" dt="2025-01-14T19:57:43.966" v="139"/>
          <ac:spMkLst>
            <pc:docMk/>
            <pc:sldMk cId="4028794205" sldId="259"/>
            <ac:spMk id="20" creationId="{3FCFB1DE-0B7E-48CC-BA90-B2AB0889F9D6}"/>
          </ac:spMkLst>
        </pc:spChg>
        <pc:picChg chg="add mod ord">
          <ac:chgData name="Szopa Jan (STUD)" userId="S::01178889@pw.edu.pl::5fcbaa56-802f-4e86-9ece-36d1f9d32672" providerId="AD" clId="Web-{62CE6559-A37C-FDA5-C5F7-36B1BAE0A8F1}" dt="2025-01-14T19:58:09.061" v="143" actId="1076"/>
          <ac:picMkLst>
            <pc:docMk/>
            <pc:sldMk cId="4028794205" sldId="259"/>
            <ac:picMk id="4" creationId="{2869826B-BBEB-58A6-1930-621F16FDA05A}"/>
          </ac:picMkLst>
        </pc:picChg>
        <pc:picChg chg="add mod">
          <ac:chgData name="Szopa Jan (STUD)" userId="S::01178889@pw.edu.pl::5fcbaa56-802f-4e86-9ece-36d1f9d32672" providerId="AD" clId="Web-{62CE6559-A37C-FDA5-C5F7-36B1BAE0A8F1}" dt="2025-01-14T19:57:43.966" v="139"/>
          <ac:picMkLst>
            <pc:docMk/>
            <pc:sldMk cId="4028794205" sldId="259"/>
            <ac:picMk id="5" creationId="{0F90FFDB-A855-7773-87D1-89B25BC24F52}"/>
          </ac:picMkLst>
        </pc:picChg>
      </pc:sldChg>
      <pc:sldChg chg="addSp delSp modSp mod setBg">
        <pc:chgData name="Szopa Jan (STUD)" userId="S::01178889@pw.edu.pl::5fcbaa56-802f-4e86-9ece-36d1f9d32672" providerId="AD" clId="Web-{62CE6559-A37C-FDA5-C5F7-36B1BAE0A8F1}" dt="2025-01-14T21:13:56.814" v="736" actId="20577"/>
        <pc:sldMkLst>
          <pc:docMk/>
          <pc:sldMk cId="4035643864" sldId="262"/>
        </pc:sldMkLst>
        <pc:spChg chg="mod">
          <ac:chgData name="Szopa Jan (STUD)" userId="S::01178889@pw.edu.pl::5fcbaa56-802f-4e86-9ece-36d1f9d32672" providerId="AD" clId="Web-{62CE6559-A37C-FDA5-C5F7-36B1BAE0A8F1}" dt="2025-01-14T21:13:56.814" v="736" actId="20577"/>
          <ac:spMkLst>
            <pc:docMk/>
            <pc:sldMk cId="4035643864" sldId="262"/>
            <ac:spMk id="2" creationId="{7DCFD3DA-527A-79CA-CB15-F2E65A111C16}"/>
          </ac:spMkLst>
        </pc:spChg>
        <pc:spChg chg="mod">
          <ac:chgData name="Szopa Jan (STUD)" userId="S::01178889@pw.edu.pl::5fcbaa56-802f-4e86-9ece-36d1f9d32672" providerId="AD" clId="Web-{62CE6559-A37C-FDA5-C5F7-36B1BAE0A8F1}" dt="2025-01-14T21:05:46.174" v="566" actId="20577"/>
          <ac:spMkLst>
            <pc:docMk/>
            <pc:sldMk cId="4035643864" sldId="262"/>
            <ac:spMk id="3" creationId="{F58CE9D1-966A-EC37-F2AB-F05DFD582E0B}"/>
          </ac:spMkLst>
        </pc:spChg>
        <pc:spChg chg="add">
          <ac:chgData name="Szopa Jan (STUD)" userId="S::01178889@pw.edu.pl::5fcbaa56-802f-4e86-9ece-36d1f9d32672" providerId="AD" clId="Web-{62CE6559-A37C-FDA5-C5F7-36B1BAE0A8F1}" dt="2025-01-14T21:01:55.527" v="207"/>
          <ac:spMkLst>
            <pc:docMk/>
            <pc:sldMk cId="4035643864" sldId="262"/>
            <ac:spMk id="8" creationId="{385E1BDC-A9B0-4A87-82E3-F3187F69A802}"/>
          </ac:spMkLst>
        </pc:spChg>
        <pc:spChg chg="add del">
          <ac:chgData name="Szopa Jan (STUD)" userId="S::01178889@pw.edu.pl::5fcbaa56-802f-4e86-9ece-36d1f9d32672" providerId="AD" clId="Web-{62CE6559-A37C-FDA5-C5F7-36B1BAE0A8F1}" dt="2025-01-14T20:42:08.207" v="194"/>
          <ac:spMkLst>
            <pc:docMk/>
            <pc:sldMk cId="4035643864" sldId="262"/>
            <ac:spMk id="9" creationId="{F13C74B1-5B17-4795-BED0-7140497B445A}"/>
          </ac:spMkLst>
        </pc:spChg>
        <pc:spChg chg="add del">
          <ac:chgData name="Szopa Jan (STUD)" userId="S::01178889@pw.edu.pl::5fcbaa56-802f-4e86-9ece-36d1f9d32672" providerId="AD" clId="Web-{62CE6559-A37C-FDA5-C5F7-36B1BAE0A8F1}" dt="2025-01-14T20:42:08.207" v="194"/>
          <ac:spMkLst>
            <pc:docMk/>
            <pc:sldMk cId="4035643864" sldId="262"/>
            <ac:spMk id="11" creationId="{D4974D33-8DC5-464E-8C6D-BE58F0669C17}"/>
          </ac:spMkLst>
        </pc:spChg>
        <pc:spChg chg="add">
          <ac:chgData name="Szopa Jan (STUD)" userId="S::01178889@pw.edu.pl::5fcbaa56-802f-4e86-9ece-36d1f9d32672" providerId="AD" clId="Web-{62CE6559-A37C-FDA5-C5F7-36B1BAE0A8F1}" dt="2025-01-14T21:01:55.527" v="207"/>
          <ac:spMkLst>
            <pc:docMk/>
            <pc:sldMk cId="4035643864" sldId="262"/>
            <ac:spMk id="13" creationId="{0990C621-3B8B-4820-8328-D47EF7CE823C}"/>
          </ac:spMkLst>
        </pc:spChg>
        <pc:spChg chg="add">
          <ac:chgData name="Szopa Jan (STUD)" userId="S::01178889@pw.edu.pl::5fcbaa56-802f-4e86-9ece-36d1f9d32672" providerId="AD" clId="Web-{62CE6559-A37C-FDA5-C5F7-36B1BAE0A8F1}" dt="2025-01-14T21:01:55.527" v="207"/>
          <ac:spMkLst>
            <pc:docMk/>
            <pc:sldMk cId="4035643864" sldId="262"/>
            <ac:spMk id="15" creationId="{C1A2385B-1D2A-4E17-84FA-6CB7F0AAE473}"/>
          </ac:spMkLst>
        </pc:spChg>
        <pc:spChg chg="add">
          <ac:chgData name="Szopa Jan (STUD)" userId="S::01178889@pw.edu.pl::5fcbaa56-802f-4e86-9ece-36d1f9d32672" providerId="AD" clId="Web-{62CE6559-A37C-FDA5-C5F7-36B1BAE0A8F1}" dt="2025-01-14T21:01:55.527" v="207"/>
          <ac:spMkLst>
            <pc:docMk/>
            <pc:sldMk cId="4035643864" sldId="262"/>
            <ac:spMk id="17" creationId="{5E791F2F-79DB-4CC0-9FA1-001E3E91E8B7}"/>
          </ac:spMkLst>
        </pc:spChg>
        <pc:picChg chg="add del mod">
          <ac:chgData name="Szopa Jan (STUD)" userId="S::01178889@pw.edu.pl::5fcbaa56-802f-4e86-9ece-36d1f9d32672" providerId="AD" clId="Web-{62CE6559-A37C-FDA5-C5F7-36B1BAE0A8F1}" dt="2025-01-14T20:50:34.003" v="197"/>
          <ac:picMkLst>
            <pc:docMk/>
            <pc:sldMk cId="4035643864" sldId="262"/>
            <ac:picMk id="4" creationId="{15A5754B-CE58-2DA4-FF46-210371CBC7A9}"/>
          </ac:picMkLst>
        </pc:picChg>
        <pc:picChg chg="add mod ord">
          <ac:chgData name="Szopa Jan (STUD)" userId="S::01178889@pw.edu.pl::5fcbaa56-802f-4e86-9ece-36d1f9d32672" providerId="AD" clId="Web-{62CE6559-A37C-FDA5-C5F7-36B1BAE0A8F1}" dt="2025-01-14T21:01:55.527" v="207"/>
          <ac:picMkLst>
            <pc:docMk/>
            <pc:sldMk cId="4035643864" sldId="262"/>
            <ac:picMk id="5" creationId="{4BD351A6-1074-995E-8F4A-604F7E535046}"/>
          </ac:picMkLst>
        </pc:picChg>
        <pc:picChg chg="add mod">
          <ac:chgData name="Szopa Jan (STUD)" userId="S::01178889@pw.edu.pl::5fcbaa56-802f-4e86-9ece-36d1f9d32672" providerId="AD" clId="Web-{62CE6559-A37C-FDA5-C5F7-36B1BAE0A8F1}" dt="2025-01-14T21:01:55.527" v="207"/>
          <ac:picMkLst>
            <pc:docMk/>
            <pc:sldMk cId="4035643864" sldId="262"/>
            <ac:picMk id="6" creationId="{F68ADD10-73C1-DB4A-3A52-254BD5D37461}"/>
          </ac:picMkLst>
        </pc:picChg>
      </pc:sldChg>
      <pc:sldChg chg="addSp delSp modSp new mod setBg">
        <pc:chgData name="Szopa Jan (STUD)" userId="S::01178889@pw.edu.pl::5fcbaa56-802f-4e86-9ece-36d1f9d32672" providerId="AD" clId="Web-{62CE6559-A37C-FDA5-C5F7-36B1BAE0A8F1}" dt="2025-01-14T21:14:01.345" v="738" actId="20577"/>
        <pc:sldMkLst>
          <pc:docMk/>
          <pc:sldMk cId="1906071330" sldId="279"/>
        </pc:sldMkLst>
        <pc:spChg chg="mod">
          <ac:chgData name="Szopa Jan (STUD)" userId="S::01178889@pw.edu.pl::5fcbaa56-802f-4e86-9ece-36d1f9d32672" providerId="AD" clId="Web-{62CE6559-A37C-FDA5-C5F7-36B1BAE0A8F1}" dt="2025-01-14T21:14:01.345" v="738" actId="20577"/>
          <ac:spMkLst>
            <pc:docMk/>
            <pc:sldMk cId="1906071330" sldId="279"/>
            <ac:spMk id="2" creationId="{2A000743-014F-8767-FC1B-5D11C55B7207}"/>
          </ac:spMkLst>
        </pc:spChg>
        <pc:spChg chg="del">
          <ac:chgData name="Szopa Jan (STUD)" userId="S::01178889@pw.edu.pl::5fcbaa56-802f-4e86-9ece-36d1f9d32672" providerId="AD" clId="Web-{62CE6559-A37C-FDA5-C5F7-36B1BAE0A8F1}" dt="2025-01-14T20:58:35.207" v="203"/>
          <ac:spMkLst>
            <pc:docMk/>
            <pc:sldMk cId="1906071330" sldId="279"/>
            <ac:spMk id="3" creationId="{58D8F317-E245-0FB8-7280-B751181D489C}"/>
          </ac:spMkLst>
        </pc:spChg>
        <pc:spChg chg="add mod">
          <ac:chgData name="Szopa Jan (STUD)" userId="S::01178889@pw.edu.pl::5fcbaa56-802f-4e86-9ece-36d1f9d32672" providerId="AD" clId="Web-{62CE6559-A37C-FDA5-C5F7-36B1BAE0A8F1}" dt="2025-01-14T21:09:05.602" v="709" actId="20577"/>
          <ac:spMkLst>
            <pc:docMk/>
            <pc:sldMk cId="1906071330" sldId="279"/>
            <ac:spMk id="6" creationId="{DBBAB054-9699-04BA-16D2-AC823788893A}"/>
          </ac:spMkLst>
        </pc:spChg>
        <pc:spChg chg="add del mod">
          <ac:chgData name="Szopa Jan (STUD)" userId="S::01178889@pw.edu.pl::5fcbaa56-802f-4e86-9ece-36d1f9d32672" providerId="AD" clId="Web-{62CE6559-A37C-FDA5-C5F7-36B1BAE0A8F1}" dt="2025-01-14T21:04:21.031" v="348"/>
          <ac:spMkLst>
            <pc:docMk/>
            <pc:sldMk cId="1906071330" sldId="279"/>
            <ac:spMk id="9" creationId="{AE22B2E0-5BF2-4DFF-F6B9-95BE4B39CBFE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04:21.031" v="348"/>
          <ac:spMkLst>
            <pc:docMk/>
            <pc:sldMk cId="1906071330" sldId="279"/>
            <ac:spMk id="12" creationId="{A51A0227-072A-4F5F-928C-E2C3E5CCD10C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04:21.031" v="348"/>
          <ac:spMkLst>
            <pc:docMk/>
            <pc:sldMk cId="1906071330" sldId="279"/>
            <ac:spMk id="14" creationId="{35D99776-4B38-47DF-A302-11AD9AF87ACA}"/>
          </ac:spMkLst>
        </pc:spChg>
        <pc:picChg chg="add mod ord">
          <ac:chgData name="Szopa Jan (STUD)" userId="S::01178889@pw.edu.pl::5fcbaa56-802f-4e86-9ece-36d1f9d32672" providerId="AD" clId="Web-{62CE6559-A37C-FDA5-C5F7-36B1BAE0A8F1}" dt="2025-01-14T21:06:25.894" v="567" actId="1076"/>
          <ac:picMkLst>
            <pc:docMk/>
            <pc:sldMk cId="1906071330" sldId="279"/>
            <ac:picMk id="4" creationId="{C0089561-CA6A-B99D-B481-5E24DD232957}"/>
          </ac:picMkLst>
        </pc:picChg>
        <pc:picChg chg="add mod">
          <ac:chgData name="Szopa Jan (STUD)" userId="S::01178889@pw.edu.pl::5fcbaa56-802f-4e86-9ece-36d1f9d32672" providerId="AD" clId="Web-{62CE6559-A37C-FDA5-C5F7-36B1BAE0A8F1}" dt="2025-01-14T21:04:21.031" v="348"/>
          <ac:picMkLst>
            <pc:docMk/>
            <pc:sldMk cId="1906071330" sldId="279"/>
            <ac:picMk id="5" creationId="{AB08CC2E-BF6F-1637-E20C-F343A5D03EB3}"/>
          </ac:picMkLst>
        </pc:picChg>
      </pc:sldChg>
      <pc:sldChg chg="addSp delSp modSp new mod setBg">
        <pc:chgData name="Szopa Jan (STUD)" userId="S::01178889@pw.edu.pl::5fcbaa56-802f-4e86-9ece-36d1f9d32672" providerId="AD" clId="Web-{62CE6559-A37C-FDA5-C5F7-36B1BAE0A8F1}" dt="2025-01-14T21:23:30.159" v="786"/>
        <pc:sldMkLst>
          <pc:docMk/>
          <pc:sldMk cId="2150302576" sldId="283"/>
        </pc:sldMkLst>
        <pc:spChg chg="add del mod">
          <ac:chgData name="Szopa Jan (STUD)" userId="S::01178889@pw.edu.pl::5fcbaa56-802f-4e86-9ece-36d1f9d32672" providerId="AD" clId="Web-{62CE6559-A37C-FDA5-C5F7-36B1BAE0A8F1}" dt="2025-01-14T21:22:48.173" v="766"/>
          <ac:spMkLst>
            <pc:docMk/>
            <pc:sldMk cId="2150302576" sldId="283"/>
            <ac:spMk id="2" creationId="{7B56FF7B-C874-E475-FB2A-2515137E7151}"/>
          </ac:spMkLst>
        </pc:spChg>
        <pc:spChg chg="del">
          <ac:chgData name="Szopa Jan (STUD)" userId="S::01178889@pw.edu.pl::5fcbaa56-802f-4e86-9ece-36d1f9d32672" providerId="AD" clId="Web-{62CE6559-A37C-FDA5-C5F7-36B1BAE0A8F1}" dt="2025-01-14T21:22:24.532" v="761"/>
          <ac:spMkLst>
            <pc:docMk/>
            <pc:sldMk cId="2150302576" sldId="283"/>
            <ac:spMk id="3" creationId="{779FC92F-B78E-FDA2-0704-703CB7BD3C90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2:43.642" v="763"/>
          <ac:spMkLst>
            <pc:docMk/>
            <pc:sldMk cId="2150302576" sldId="283"/>
            <ac:spMk id="8" creationId="{30B5F6C4-EF2D-D7D0-D059-9872EB0E1AFD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2:48.173" v="765"/>
          <ac:spMkLst>
            <pc:docMk/>
            <pc:sldMk cId="2150302576" sldId="283"/>
            <ac:spMk id="9" creationId="{42A4FC2C-047E-45A5-965D-8E1E3BF09BC6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2:43.642" v="763"/>
          <ac:spMkLst>
            <pc:docMk/>
            <pc:sldMk cId="2150302576" sldId="283"/>
            <ac:spMk id="11" creationId="{F13C74B1-5B17-4795-BED0-7140497B445A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12" creationId="{3AFE8227-C443-417B-BA91-520EB1EF4559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2:43.642" v="763"/>
          <ac:spMkLst>
            <pc:docMk/>
            <pc:sldMk cId="2150302576" sldId="283"/>
            <ac:spMk id="13" creationId="{D4974D33-8DC5-464E-8C6D-BE58F0669C17}"/>
          </ac:spMkLst>
        </pc:spChg>
        <pc:spChg chg="add mod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14" creationId="{7B56FF7B-C874-E475-FB2A-2515137E7151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15" creationId="{3F0BE7ED-7814-4273-B18A-F26CC0380380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16" creationId="{2AB0B4AD-5879-AE86-D604-B5E6837CCD1F}"/>
          </ac:spMkLst>
        </pc:spChg>
        <pc:spChg chg="add del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17" creationId="{907741FC-B544-4A6E-B831-6789D042333D}"/>
          </ac:spMkLst>
        </pc:spChg>
        <pc:spChg chg="add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22" creationId="{665DBBEF-238B-476B-96AB-8AAC3224ECEA}"/>
          </ac:spMkLst>
        </pc:spChg>
        <pc:spChg chg="add">
          <ac:chgData name="Szopa Jan (STUD)" userId="S::01178889@pw.edu.pl::5fcbaa56-802f-4e86-9ece-36d1f9d32672" providerId="AD" clId="Web-{62CE6559-A37C-FDA5-C5F7-36B1BAE0A8F1}" dt="2025-01-14T21:23:30.159" v="786"/>
          <ac:spMkLst>
            <pc:docMk/>
            <pc:sldMk cId="2150302576" sldId="283"/>
            <ac:spMk id="24" creationId="{3FCFB1DE-0B7E-48CC-BA90-B2AB0889F9D6}"/>
          </ac:spMkLst>
        </pc:spChg>
        <pc:picChg chg="add mod ord">
          <ac:chgData name="Szopa Jan (STUD)" userId="S::01178889@pw.edu.pl::5fcbaa56-802f-4e86-9ece-36d1f9d32672" providerId="AD" clId="Web-{62CE6559-A37C-FDA5-C5F7-36B1BAE0A8F1}" dt="2025-01-14T21:23:30.159" v="786"/>
          <ac:picMkLst>
            <pc:docMk/>
            <pc:sldMk cId="2150302576" sldId="283"/>
            <ac:picMk id="4" creationId="{0A46219F-DAA7-EED5-8BBE-A93DC4F8036C}"/>
          </ac:picMkLst>
        </pc:picChg>
      </pc:sldChg>
      <pc:sldChg chg="addSp delSp modSp">
        <pc:chgData name="Szopa Jan (STUD)" userId="S::01178889@pw.edu.pl::5fcbaa56-802f-4e86-9ece-36d1f9d32672" providerId="AD" clId="Web-{62CE6559-A37C-FDA5-C5F7-36B1BAE0A8F1}" dt="2025-01-14T21:51:52.287" v="805" actId="20577"/>
        <pc:sldMkLst>
          <pc:docMk/>
          <pc:sldMk cId="3386878617" sldId="286"/>
        </pc:sldMkLst>
        <pc:spChg chg="mod">
          <ac:chgData name="Szopa Jan (STUD)" userId="S::01178889@pw.edu.pl::5fcbaa56-802f-4e86-9ece-36d1f9d32672" providerId="AD" clId="Web-{62CE6559-A37C-FDA5-C5F7-36B1BAE0A8F1}" dt="2025-01-14T21:51:52.287" v="805" actId="20577"/>
          <ac:spMkLst>
            <pc:docMk/>
            <pc:sldMk cId="3386878617" sldId="286"/>
            <ac:spMk id="12" creationId="{879BDD58-136E-9942-29F3-B3BACB57BE99}"/>
          </ac:spMkLst>
        </pc:spChg>
        <pc:picChg chg="del">
          <ac:chgData name="Szopa Jan (STUD)" userId="S::01178889@pw.edu.pl::5fcbaa56-802f-4e86-9ece-36d1f9d32672" providerId="AD" clId="Web-{62CE6559-A37C-FDA5-C5F7-36B1BAE0A8F1}" dt="2025-01-14T21:44:04.992" v="787"/>
          <ac:picMkLst>
            <pc:docMk/>
            <pc:sldMk cId="3386878617" sldId="286"/>
            <ac:picMk id="14" creationId="{44627405-41E6-D96C-AF84-71920E1B4053}"/>
          </ac:picMkLst>
        </pc:picChg>
        <pc:picChg chg="add mod">
          <ac:chgData name="Szopa Jan (STUD)" userId="S::01178889@pw.edu.pl::5fcbaa56-802f-4e86-9ece-36d1f9d32672" providerId="AD" clId="Web-{62CE6559-A37C-FDA5-C5F7-36B1BAE0A8F1}" dt="2025-01-14T21:44:20.836" v="789" actId="1076"/>
          <ac:picMkLst>
            <pc:docMk/>
            <pc:sldMk cId="3386878617" sldId="286"/>
            <ac:picMk id="457" creationId="{1C313070-F677-1462-8F6F-FA5818B6756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400" b="1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 b="0">
              <a:solidFill>
                <a:schemeClr val="tx1"/>
              </a:solidFill>
            </a:rPr>
            <a:t>Wykresy</a:t>
          </a:r>
        </a:p>
        <a:p>
          <a:r>
            <a:rPr lang="pl-PL" sz="1400" b="0">
              <a:solidFill>
                <a:schemeClr val="tx1"/>
              </a:solidFill>
            </a:rPr>
            <a:t>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F5ABF8F7-9689-452E-B05A-44256CB9BD22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75216449-AF85-41F4-9B5A-F90C456A60E0}" type="parTrans" cxnId="{5475882A-B7DA-4124-82C7-62661A4D68DA}">
      <dgm:prSet/>
      <dgm:spPr/>
      <dgm:t>
        <a:bodyPr/>
        <a:lstStyle/>
        <a:p>
          <a:endParaRPr lang="pl-PL"/>
        </a:p>
      </dgm:t>
    </dgm:pt>
    <dgm:pt modelId="{E65AB32D-A57C-45E5-9259-FE25E9064CA9}" type="sibTrans" cxnId="{5475882A-B7DA-4124-82C7-62661A4D68DA}">
      <dgm:prSet/>
      <dgm:spPr/>
      <dgm:t>
        <a:bodyPr/>
        <a:lstStyle/>
        <a:p>
          <a:endParaRPr lang="pl-PL"/>
        </a:p>
      </dgm:t>
    </dgm:pt>
    <dgm:pt modelId="{6F56FF9A-F9E3-4FA6-B176-1D7B811EB3C9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400" b="0">
              <a:solidFill>
                <a:schemeClr val="tx1"/>
              </a:solidFill>
            </a:rPr>
            <a:t>Podsumowanie</a:t>
          </a:r>
        </a:p>
      </dgm:t>
    </dgm:pt>
    <dgm:pt modelId="{F661DA77-CC79-4EAF-BBBE-377AE7D78D06}" type="parTrans" cxnId="{5FA24A22-DE18-42C7-A0C3-B993E0D4715B}">
      <dgm:prSet/>
      <dgm:spPr/>
      <dgm:t>
        <a:bodyPr/>
        <a:lstStyle/>
        <a:p>
          <a:endParaRPr lang="pl-PL"/>
        </a:p>
      </dgm:t>
    </dgm:pt>
    <dgm:pt modelId="{07486AF2-F134-4918-BCA3-E874D339A320}" type="sibTrans" cxnId="{5FA24A22-DE18-42C7-A0C3-B993E0D4715B}">
      <dgm:prSet/>
      <dgm:spPr/>
      <dgm:t>
        <a:bodyPr/>
        <a:lstStyle/>
        <a:p>
          <a:endParaRPr lang="pl-PL"/>
        </a:p>
      </dgm:t>
    </dgm:pt>
    <dgm:pt modelId="{C1416C38-9543-4C2E-BF59-DE2F0612012D}" type="pres">
      <dgm:prSet presAssocID="{CC93CB2E-3B12-40BD-B9C3-66FB4D18AA0A}" presName="Name0" presStyleCnt="0">
        <dgm:presLayoutVars>
          <dgm:dir/>
          <dgm:resizeHandles val="exact"/>
        </dgm:presLayoutVars>
      </dgm:prSet>
      <dgm:spPr/>
    </dgm:pt>
    <dgm:pt modelId="{B45F8CB3-CE97-4CE4-9CDC-6D5B91BE5AF6}" type="pres">
      <dgm:prSet presAssocID="{CC93CB2E-3B12-40BD-B9C3-66FB4D18AA0A}" presName="arrow" presStyleLbl="bgShp" presStyleIdx="0" presStyleCnt="1"/>
      <dgm:spPr/>
    </dgm:pt>
    <dgm:pt modelId="{BE80A2C8-FF52-4E87-A753-945D3B5F1324}" type="pres">
      <dgm:prSet presAssocID="{CC93CB2E-3B12-40BD-B9C3-66FB4D18AA0A}" presName="points" presStyleCnt="0"/>
      <dgm:spPr/>
    </dgm:pt>
    <dgm:pt modelId="{15EEA813-3B29-421C-8216-6BD69EC9D135}" type="pres">
      <dgm:prSet presAssocID="{706D675B-86BD-4A6D-8C89-B75E352FE60E}" presName="compositeA" presStyleCnt="0"/>
      <dgm:spPr/>
    </dgm:pt>
    <dgm:pt modelId="{8AAA3E61-EA00-4AC2-B18B-90C62409273E}" type="pres">
      <dgm:prSet presAssocID="{706D675B-86BD-4A6D-8C89-B75E352FE60E}" presName="textA" presStyleLbl="revTx" presStyleIdx="0" presStyleCnt="7">
        <dgm:presLayoutVars>
          <dgm:bulletEnabled val="1"/>
        </dgm:presLayoutVars>
      </dgm:prSet>
      <dgm:spPr/>
    </dgm:pt>
    <dgm:pt modelId="{582682C2-AEA8-42F5-9263-31E7903CB651}" type="pres">
      <dgm:prSet presAssocID="{706D675B-86BD-4A6D-8C89-B75E352FE60E}" presName="circleA" presStyleLbl="node1" presStyleIdx="0" presStyleCnt="7"/>
      <dgm:spPr/>
    </dgm:pt>
    <dgm:pt modelId="{FA175DCC-69C4-4C9F-AFBA-440B3E312BEF}" type="pres">
      <dgm:prSet presAssocID="{706D675B-86BD-4A6D-8C89-B75E352FE60E}" presName="spaceA" presStyleCnt="0"/>
      <dgm:spPr/>
    </dgm:pt>
    <dgm:pt modelId="{B31403F7-7C5B-4C1E-96D9-1FBBF75D33D4}" type="pres">
      <dgm:prSet presAssocID="{137E6DF1-C761-4431-8487-BC2F520BA49F}" presName="space" presStyleCnt="0"/>
      <dgm:spPr/>
    </dgm:pt>
    <dgm:pt modelId="{325B6850-F065-4613-8504-5BB21CD4D4AB}" type="pres">
      <dgm:prSet presAssocID="{F5ABF8F7-9689-452E-B05A-44256CB9BD22}" presName="compositeB" presStyleCnt="0"/>
      <dgm:spPr/>
    </dgm:pt>
    <dgm:pt modelId="{011A3573-0993-4AC6-97D6-52981E1A548C}" type="pres">
      <dgm:prSet presAssocID="{F5ABF8F7-9689-452E-B05A-44256CB9BD22}" presName="textB" presStyleLbl="revTx" presStyleIdx="1" presStyleCnt="7">
        <dgm:presLayoutVars>
          <dgm:bulletEnabled val="1"/>
        </dgm:presLayoutVars>
      </dgm:prSet>
      <dgm:spPr/>
    </dgm:pt>
    <dgm:pt modelId="{BC4315BB-2CB6-49F5-905F-549C0C9F0500}" type="pres">
      <dgm:prSet presAssocID="{F5ABF8F7-9689-452E-B05A-44256CB9BD22}" presName="circleB" presStyleLbl="node1" presStyleIdx="1" presStyleCnt="7"/>
      <dgm:spPr/>
    </dgm:pt>
    <dgm:pt modelId="{80CC17F5-39B1-4CB6-BB8B-94F5F285E550}" type="pres">
      <dgm:prSet presAssocID="{F5ABF8F7-9689-452E-B05A-44256CB9BD22}" presName="spaceB" presStyleCnt="0"/>
      <dgm:spPr/>
    </dgm:pt>
    <dgm:pt modelId="{9D1D9B69-58E8-4912-928D-3AD937277AF8}" type="pres">
      <dgm:prSet presAssocID="{E65AB32D-A57C-45E5-9259-FE25E9064CA9}" presName="space" presStyleCnt="0"/>
      <dgm:spPr/>
    </dgm:pt>
    <dgm:pt modelId="{FE82F5A9-25C6-410C-8E46-C07C9EA1E378}" type="pres">
      <dgm:prSet presAssocID="{18791E59-3DA5-412A-BE94-28312838F5FD}" presName="compositeA" presStyleCnt="0"/>
      <dgm:spPr/>
    </dgm:pt>
    <dgm:pt modelId="{D8AFAA44-361C-4432-860A-2E60BD8CA058}" type="pres">
      <dgm:prSet presAssocID="{18791E59-3DA5-412A-BE94-28312838F5FD}" presName="textA" presStyleLbl="revTx" presStyleIdx="2" presStyleCnt="7">
        <dgm:presLayoutVars>
          <dgm:bulletEnabled val="1"/>
        </dgm:presLayoutVars>
      </dgm:prSet>
      <dgm:spPr/>
    </dgm:pt>
    <dgm:pt modelId="{0C021951-CA9D-457A-8392-4A20F46B8FE4}" type="pres">
      <dgm:prSet presAssocID="{18791E59-3DA5-412A-BE94-28312838F5FD}" presName="circleA" presStyleLbl="node1" presStyleIdx="2" presStyleCnt="7"/>
      <dgm:spPr/>
    </dgm:pt>
    <dgm:pt modelId="{8CB96AE8-A03F-4E7C-9A8C-D9BC53E994D5}" type="pres">
      <dgm:prSet presAssocID="{18791E59-3DA5-412A-BE94-28312838F5FD}" presName="spaceA" presStyleCnt="0"/>
      <dgm:spPr/>
    </dgm:pt>
    <dgm:pt modelId="{30923F18-6295-41C0-86FF-A5B65525550E}" type="pres">
      <dgm:prSet presAssocID="{5C3E3164-B54A-4464-9A3B-A4C1BC8BCCB9}" presName="space" presStyleCnt="0"/>
      <dgm:spPr/>
    </dgm:pt>
    <dgm:pt modelId="{2767CE3D-2394-4643-B922-1C340E114B84}" type="pres">
      <dgm:prSet presAssocID="{09B38905-2B68-4A83-8AFC-8E66726CC8DD}" presName="compositeB" presStyleCnt="0"/>
      <dgm:spPr/>
    </dgm:pt>
    <dgm:pt modelId="{F84A3A98-EA4A-4D9B-8109-2BAE694067EF}" type="pres">
      <dgm:prSet presAssocID="{09B38905-2B68-4A83-8AFC-8E66726CC8DD}" presName="textB" presStyleLbl="revTx" presStyleIdx="3" presStyleCnt="7" custLinFactNeighborX="686">
        <dgm:presLayoutVars>
          <dgm:bulletEnabled val="1"/>
        </dgm:presLayoutVars>
      </dgm:prSet>
      <dgm:spPr/>
    </dgm:pt>
    <dgm:pt modelId="{36F5A028-FFE3-4383-801E-585FFD3118A6}" type="pres">
      <dgm:prSet presAssocID="{09B38905-2B68-4A83-8AFC-8E66726CC8DD}" presName="circleB" presStyleLbl="node1" presStyleIdx="3" presStyleCnt="7"/>
      <dgm:spPr/>
    </dgm:pt>
    <dgm:pt modelId="{032BE537-E829-4D24-AA2B-2CB873E54BBB}" type="pres">
      <dgm:prSet presAssocID="{09B38905-2B68-4A83-8AFC-8E66726CC8DD}" presName="spaceB" presStyleCnt="0"/>
      <dgm:spPr/>
    </dgm:pt>
    <dgm:pt modelId="{250492F1-BAFC-4C41-86FA-B3E11367DE70}" type="pres">
      <dgm:prSet presAssocID="{BEAB827B-4CA5-4EF3-9641-0655E1760D4D}" presName="space" presStyleCnt="0"/>
      <dgm:spPr/>
    </dgm:pt>
    <dgm:pt modelId="{CB51612B-CD79-4579-B72D-1621C1420059}" type="pres">
      <dgm:prSet presAssocID="{381C2657-1292-4BEF-B1F9-D384D384B75D}" presName="compositeA" presStyleCnt="0"/>
      <dgm:spPr/>
    </dgm:pt>
    <dgm:pt modelId="{B2D5E065-0E97-4846-AB6F-F914FF8182E9}" type="pres">
      <dgm:prSet presAssocID="{381C2657-1292-4BEF-B1F9-D384D384B75D}" presName="textA" presStyleLbl="revTx" presStyleIdx="4" presStyleCnt="7">
        <dgm:presLayoutVars>
          <dgm:bulletEnabled val="1"/>
        </dgm:presLayoutVars>
      </dgm:prSet>
      <dgm:spPr/>
    </dgm:pt>
    <dgm:pt modelId="{DB91A1D3-A1BE-4EEA-8BAB-5E301B32CB99}" type="pres">
      <dgm:prSet presAssocID="{381C2657-1292-4BEF-B1F9-D384D384B75D}" presName="circleA" presStyleLbl="node1" presStyleIdx="4" presStyleCnt="7"/>
      <dgm:spPr/>
    </dgm:pt>
    <dgm:pt modelId="{C2F7E52D-F515-4799-AAA4-28F50C823221}" type="pres">
      <dgm:prSet presAssocID="{381C2657-1292-4BEF-B1F9-D384D384B75D}" presName="spaceA" presStyleCnt="0"/>
      <dgm:spPr/>
    </dgm:pt>
    <dgm:pt modelId="{9CF52E48-4A69-49B5-A5ED-D3FF1BD5A74A}" type="pres">
      <dgm:prSet presAssocID="{5B2EB9E0-07E9-4BC0-87B3-46E6C1643656}" presName="space" presStyleCnt="0"/>
      <dgm:spPr/>
    </dgm:pt>
    <dgm:pt modelId="{3815E226-C8E2-4953-894A-52AD9914DFC1}" type="pres">
      <dgm:prSet presAssocID="{04678311-C755-4815-B76D-692262F89FB2}" presName="compositeB" presStyleCnt="0"/>
      <dgm:spPr/>
    </dgm:pt>
    <dgm:pt modelId="{EC2C656F-0F35-4E63-A8B1-0BED5CC47F22}" type="pres">
      <dgm:prSet presAssocID="{04678311-C755-4815-B76D-692262F89FB2}" presName="textB" presStyleLbl="revTx" presStyleIdx="5" presStyleCnt="7">
        <dgm:presLayoutVars>
          <dgm:bulletEnabled val="1"/>
        </dgm:presLayoutVars>
      </dgm:prSet>
      <dgm:spPr/>
    </dgm:pt>
    <dgm:pt modelId="{63BA52A8-9B96-4E23-9AE3-C105FE4896D7}" type="pres">
      <dgm:prSet presAssocID="{04678311-C755-4815-B76D-692262F89FB2}" presName="circleB" presStyleLbl="node1" presStyleIdx="5" presStyleCnt="7"/>
      <dgm:spPr/>
    </dgm:pt>
    <dgm:pt modelId="{FF8F347B-6A8F-4ADA-9DB2-520277A9356C}" type="pres">
      <dgm:prSet presAssocID="{04678311-C755-4815-B76D-692262F89FB2}" presName="spaceB" presStyleCnt="0"/>
      <dgm:spPr/>
    </dgm:pt>
    <dgm:pt modelId="{4BC48A56-7C21-4F48-A419-FFBFDE69FFAD}" type="pres">
      <dgm:prSet presAssocID="{3FC2A861-147C-4EA8-B3FC-3CD6BBFA71DD}" presName="space" presStyleCnt="0"/>
      <dgm:spPr/>
    </dgm:pt>
    <dgm:pt modelId="{5FFB4500-7F0E-4D8C-B2C1-42B5BA5852FC}" type="pres">
      <dgm:prSet presAssocID="{6F56FF9A-F9E3-4FA6-B176-1D7B811EB3C9}" presName="compositeA" presStyleCnt="0"/>
      <dgm:spPr/>
    </dgm:pt>
    <dgm:pt modelId="{0A515D0B-0FF5-418C-A783-68C5EE93DB1B}" type="pres">
      <dgm:prSet presAssocID="{6F56FF9A-F9E3-4FA6-B176-1D7B811EB3C9}" presName="textA" presStyleLbl="revTx" presStyleIdx="6" presStyleCnt="7">
        <dgm:presLayoutVars>
          <dgm:bulletEnabled val="1"/>
        </dgm:presLayoutVars>
      </dgm:prSet>
      <dgm:spPr/>
    </dgm:pt>
    <dgm:pt modelId="{63FD2ADB-E7AC-45F3-B1C0-F688D0D4115C}" type="pres">
      <dgm:prSet presAssocID="{6F56FF9A-F9E3-4FA6-B176-1D7B811EB3C9}" presName="circleA" presStyleLbl="node1" presStyleIdx="6" presStyleCnt="7"/>
      <dgm:spPr/>
    </dgm:pt>
    <dgm:pt modelId="{6CE43F40-83F0-45A8-AB0A-DADD4321065F}" type="pres">
      <dgm:prSet presAssocID="{6F56FF9A-F9E3-4FA6-B176-1D7B811EB3C9}" presName="spaceA" presStyleCnt="0"/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C80FF102-6280-49BD-AD06-58561BB47F6E}" type="presOf" srcId="{CC93CB2E-3B12-40BD-B9C3-66FB4D18AA0A}" destId="{C1416C38-9543-4C2E-BF59-DE2F0612012D}" srcOrd="0" destOrd="0" presId="urn:microsoft.com/office/officeart/2005/8/layout/hProcess11"/>
    <dgm:cxn modelId="{5FA24A22-DE18-42C7-A0C3-B993E0D4715B}" srcId="{CC93CB2E-3B12-40BD-B9C3-66FB4D18AA0A}" destId="{6F56FF9A-F9E3-4FA6-B176-1D7B811EB3C9}" srcOrd="6" destOrd="0" parTransId="{F661DA77-CC79-4EAF-BBBE-377AE7D78D06}" sibTransId="{07486AF2-F134-4918-BCA3-E874D339A320}"/>
    <dgm:cxn modelId="{5475882A-B7DA-4124-82C7-62661A4D68DA}" srcId="{CC93CB2E-3B12-40BD-B9C3-66FB4D18AA0A}" destId="{F5ABF8F7-9689-452E-B05A-44256CB9BD22}" srcOrd="1" destOrd="0" parTransId="{75216449-AF85-41F4-9B5A-F90C456A60E0}" sibTransId="{E65AB32D-A57C-45E5-9259-FE25E9064CA9}"/>
    <dgm:cxn modelId="{A951DF2B-BDA1-44E5-9717-15CA9C77C5EA}" type="presOf" srcId="{381C2657-1292-4BEF-B1F9-D384D384B75D}" destId="{B2D5E065-0E97-4846-AB6F-F914FF8182E9}" srcOrd="0" destOrd="0" presId="urn:microsoft.com/office/officeart/2005/8/layout/hProcess1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BF9D3A46-2D41-432E-AC5F-A52090E8EB0A}" type="presOf" srcId="{F5ABF8F7-9689-452E-B05A-44256CB9BD22}" destId="{011A3573-0993-4AC6-97D6-52981E1A548C}" srcOrd="0" destOrd="0" presId="urn:microsoft.com/office/officeart/2005/8/layout/hProcess1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E80E7E95-889C-4F56-BA6D-B8CB9E91E019}" type="presOf" srcId="{18791E59-3DA5-412A-BE94-28312838F5FD}" destId="{D8AFAA44-361C-4432-860A-2E60BD8CA058}" srcOrd="0" destOrd="0" presId="urn:microsoft.com/office/officeart/2005/8/layout/hProcess11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3A731A1-DC8A-4C71-A43F-720653D3B2B6}" type="presOf" srcId="{706D675B-86BD-4A6D-8C89-B75E352FE60E}" destId="{8AAA3E61-EA00-4AC2-B18B-90C62409273E}" srcOrd="0" destOrd="0" presId="urn:microsoft.com/office/officeart/2005/8/layout/hProcess1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6D81C1C9-18EE-4680-AE86-96CA9DC8E446}" type="presOf" srcId="{09B38905-2B68-4A83-8AFC-8E66726CC8DD}" destId="{F84A3A98-EA4A-4D9B-8109-2BAE694067EF}" srcOrd="0" destOrd="0" presId="urn:microsoft.com/office/officeart/2005/8/layout/hProcess11"/>
    <dgm:cxn modelId="{723F2ED9-E77A-483B-A9C1-E2FC18ED2630}" type="presOf" srcId="{04678311-C755-4815-B76D-692262F89FB2}" destId="{EC2C656F-0F35-4E63-A8B1-0BED5CC47F22}" srcOrd="0" destOrd="0" presId="urn:microsoft.com/office/officeart/2005/8/layout/hProcess11"/>
    <dgm:cxn modelId="{39C068E2-DA6E-49F2-BF6C-0B486DCD0E17}" type="presOf" srcId="{6F56FF9A-F9E3-4FA6-B176-1D7B811EB3C9}" destId="{0A515D0B-0FF5-418C-A783-68C5EE93DB1B}" srcOrd="0" destOrd="0" presId="urn:microsoft.com/office/officeart/2005/8/layout/hProcess11"/>
    <dgm:cxn modelId="{1C246932-1834-4D24-A2D0-A9B005840307}" type="presParOf" srcId="{C1416C38-9543-4C2E-BF59-DE2F0612012D}" destId="{B45F8CB3-CE97-4CE4-9CDC-6D5B91BE5AF6}" srcOrd="0" destOrd="0" presId="urn:microsoft.com/office/officeart/2005/8/layout/hProcess11"/>
    <dgm:cxn modelId="{CC5CA29D-DBD2-42F1-B500-A76D8AE8D6E9}" type="presParOf" srcId="{C1416C38-9543-4C2E-BF59-DE2F0612012D}" destId="{BE80A2C8-FF52-4E87-A753-945D3B5F1324}" srcOrd="1" destOrd="0" presId="urn:microsoft.com/office/officeart/2005/8/layout/hProcess11"/>
    <dgm:cxn modelId="{481EDCFA-4024-40C7-9AC9-1EC1850F1E85}" type="presParOf" srcId="{BE80A2C8-FF52-4E87-A753-945D3B5F1324}" destId="{15EEA813-3B29-421C-8216-6BD69EC9D135}" srcOrd="0" destOrd="0" presId="urn:microsoft.com/office/officeart/2005/8/layout/hProcess11"/>
    <dgm:cxn modelId="{3F65CCF6-5808-4EEA-ADBB-23D7AF054048}" type="presParOf" srcId="{15EEA813-3B29-421C-8216-6BD69EC9D135}" destId="{8AAA3E61-EA00-4AC2-B18B-90C62409273E}" srcOrd="0" destOrd="0" presId="urn:microsoft.com/office/officeart/2005/8/layout/hProcess11"/>
    <dgm:cxn modelId="{BA6C89D7-08DA-45D6-9C05-FC455E1336E1}" type="presParOf" srcId="{15EEA813-3B29-421C-8216-6BD69EC9D135}" destId="{582682C2-AEA8-42F5-9263-31E7903CB651}" srcOrd="1" destOrd="0" presId="urn:microsoft.com/office/officeart/2005/8/layout/hProcess11"/>
    <dgm:cxn modelId="{CF1C612C-C8D1-475D-BEB5-65D73EF61B3B}" type="presParOf" srcId="{15EEA813-3B29-421C-8216-6BD69EC9D135}" destId="{FA175DCC-69C4-4C9F-AFBA-440B3E312BEF}" srcOrd="2" destOrd="0" presId="urn:microsoft.com/office/officeart/2005/8/layout/hProcess11"/>
    <dgm:cxn modelId="{2D1DA6B9-CC32-4FDD-A146-5874A2D12DD1}" type="presParOf" srcId="{BE80A2C8-FF52-4E87-A753-945D3B5F1324}" destId="{B31403F7-7C5B-4C1E-96D9-1FBBF75D33D4}" srcOrd="1" destOrd="0" presId="urn:microsoft.com/office/officeart/2005/8/layout/hProcess11"/>
    <dgm:cxn modelId="{01077555-F4F0-4514-BD55-C194D64CBF02}" type="presParOf" srcId="{BE80A2C8-FF52-4E87-A753-945D3B5F1324}" destId="{325B6850-F065-4613-8504-5BB21CD4D4AB}" srcOrd="2" destOrd="0" presId="urn:microsoft.com/office/officeart/2005/8/layout/hProcess11"/>
    <dgm:cxn modelId="{13C59B50-3531-40CE-BDB4-1DF8C8D9A9A5}" type="presParOf" srcId="{325B6850-F065-4613-8504-5BB21CD4D4AB}" destId="{011A3573-0993-4AC6-97D6-52981E1A548C}" srcOrd="0" destOrd="0" presId="urn:microsoft.com/office/officeart/2005/8/layout/hProcess11"/>
    <dgm:cxn modelId="{C653A340-85E6-4561-BAF8-60D6220ADB4A}" type="presParOf" srcId="{325B6850-F065-4613-8504-5BB21CD4D4AB}" destId="{BC4315BB-2CB6-49F5-905F-549C0C9F0500}" srcOrd="1" destOrd="0" presId="urn:microsoft.com/office/officeart/2005/8/layout/hProcess11"/>
    <dgm:cxn modelId="{E38FF87E-CA61-4C91-AB33-B8D515CD087E}" type="presParOf" srcId="{325B6850-F065-4613-8504-5BB21CD4D4AB}" destId="{80CC17F5-39B1-4CB6-BB8B-94F5F285E550}" srcOrd="2" destOrd="0" presId="urn:microsoft.com/office/officeart/2005/8/layout/hProcess11"/>
    <dgm:cxn modelId="{C611FAE3-A607-4BFD-A887-182C5D95430D}" type="presParOf" srcId="{BE80A2C8-FF52-4E87-A753-945D3B5F1324}" destId="{9D1D9B69-58E8-4912-928D-3AD937277AF8}" srcOrd="3" destOrd="0" presId="urn:microsoft.com/office/officeart/2005/8/layout/hProcess11"/>
    <dgm:cxn modelId="{67AD9A9A-F119-4401-8870-08FB8285CE84}" type="presParOf" srcId="{BE80A2C8-FF52-4E87-A753-945D3B5F1324}" destId="{FE82F5A9-25C6-410C-8E46-C07C9EA1E378}" srcOrd="4" destOrd="0" presId="urn:microsoft.com/office/officeart/2005/8/layout/hProcess11"/>
    <dgm:cxn modelId="{56A43EEF-60A8-4F43-861A-407030D5DF92}" type="presParOf" srcId="{FE82F5A9-25C6-410C-8E46-C07C9EA1E378}" destId="{D8AFAA44-361C-4432-860A-2E60BD8CA058}" srcOrd="0" destOrd="0" presId="urn:microsoft.com/office/officeart/2005/8/layout/hProcess11"/>
    <dgm:cxn modelId="{278EACB5-5F70-43D5-8CD7-0471492ABFE0}" type="presParOf" srcId="{FE82F5A9-25C6-410C-8E46-C07C9EA1E378}" destId="{0C021951-CA9D-457A-8392-4A20F46B8FE4}" srcOrd="1" destOrd="0" presId="urn:microsoft.com/office/officeart/2005/8/layout/hProcess11"/>
    <dgm:cxn modelId="{620A9426-C5B1-4E6D-809E-E674ECEEAEC6}" type="presParOf" srcId="{FE82F5A9-25C6-410C-8E46-C07C9EA1E378}" destId="{8CB96AE8-A03F-4E7C-9A8C-D9BC53E994D5}" srcOrd="2" destOrd="0" presId="urn:microsoft.com/office/officeart/2005/8/layout/hProcess11"/>
    <dgm:cxn modelId="{73F40282-76A1-45FC-8770-4557B8CBDC9E}" type="presParOf" srcId="{BE80A2C8-FF52-4E87-A753-945D3B5F1324}" destId="{30923F18-6295-41C0-86FF-A5B65525550E}" srcOrd="5" destOrd="0" presId="urn:microsoft.com/office/officeart/2005/8/layout/hProcess11"/>
    <dgm:cxn modelId="{DEFC8DD5-8A6B-47E9-84FF-16E5F85FA917}" type="presParOf" srcId="{BE80A2C8-FF52-4E87-A753-945D3B5F1324}" destId="{2767CE3D-2394-4643-B922-1C340E114B84}" srcOrd="6" destOrd="0" presId="urn:microsoft.com/office/officeart/2005/8/layout/hProcess11"/>
    <dgm:cxn modelId="{65E4DF94-1737-48C5-AB0B-79360C29FF2E}" type="presParOf" srcId="{2767CE3D-2394-4643-B922-1C340E114B84}" destId="{F84A3A98-EA4A-4D9B-8109-2BAE694067EF}" srcOrd="0" destOrd="0" presId="urn:microsoft.com/office/officeart/2005/8/layout/hProcess11"/>
    <dgm:cxn modelId="{7DA4F646-C276-48F8-911C-11D2E00EB200}" type="presParOf" srcId="{2767CE3D-2394-4643-B922-1C340E114B84}" destId="{36F5A028-FFE3-4383-801E-585FFD3118A6}" srcOrd="1" destOrd="0" presId="urn:microsoft.com/office/officeart/2005/8/layout/hProcess11"/>
    <dgm:cxn modelId="{635357A5-A28D-40D3-B92B-9FD9943F3EAD}" type="presParOf" srcId="{2767CE3D-2394-4643-B922-1C340E114B84}" destId="{032BE537-E829-4D24-AA2B-2CB873E54BBB}" srcOrd="2" destOrd="0" presId="urn:microsoft.com/office/officeart/2005/8/layout/hProcess11"/>
    <dgm:cxn modelId="{9E538984-351E-4035-A801-CACC78FBD214}" type="presParOf" srcId="{BE80A2C8-FF52-4E87-A753-945D3B5F1324}" destId="{250492F1-BAFC-4C41-86FA-B3E11367DE70}" srcOrd="7" destOrd="0" presId="urn:microsoft.com/office/officeart/2005/8/layout/hProcess11"/>
    <dgm:cxn modelId="{B42B4A1D-744D-40C1-90A5-1651E10E8E31}" type="presParOf" srcId="{BE80A2C8-FF52-4E87-A753-945D3B5F1324}" destId="{CB51612B-CD79-4579-B72D-1621C1420059}" srcOrd="8" destOrd="0" presId="urn:microsoft.com/office/officeart/2005/8/layout/hProcess11"/>
    <dgm:cxn modelId="{C4D4ECE1-644F-4A7F-8B11-16E2C3B8AFF4}" type="presParOf" srcId="{CB51612B-CD79-4579-B72D-1621C1420059}" destId="{B2D5E065-0E97-4846-AB6F-F914FF8182E9}" srcOrd="0" destOrd="0" presId="urn:microsoft.com/office/officeart/2005/8/layout/hProcess11"/>
    <dgm:cxn modelId="{8F6699A7-4CAA-4059-9176-8F3E091BD40A}" type="presParOf" srcId="{CB51612B-CD79-4579-B72D-1621C1420059}" destId="{DB91A1D3-A1BE-4EEA-8BAB-5E301B32CB99}" srcOrd="1" destOrd="0" presId="urn:microsoft.com/office/officeart/2005/8/layout/hProcess11"/>
    <dgm:cxn modelId="{2F1F4F0C-D5A8-4DB1-9DC3-E3F33EC9C85F}" type="presParOf" srcId="{CB51612B-CD79-4579-B72D-1621C1420059}" destId="{C2F7E52D-F515-4799-AAA4-28F50C823221}" srcOrd="2" destOrd="0" presId="urn:microsoft.com/office/officeart/2005/8/layout/hProcess11"/>
    <dgm:cxn modelId="{5DDA1DA8-797A-485F-A85B-726E8DF69CA3}" type="presParOf" srcId="{BE80A2C8-FF52-4E87-A753-945D3B5F1324}" destId="{9CF52E48-4A69-49B5-A5ED-D3FF1BD5A74A}" srcOrd="9" destOrd="0" presId="urn:microsoft.com/office/officeart/2005/8/layout/hProcess11"/>
    <dgm:cxn modelId="{F37C95D8-6A0A-40BD-A439-6AE6A425BC16}" type="presParOf" srcId="{BE80A2C8-FF52-4E87-A753-945D3B5F1324}" destId="{3815E226-C8E2-4953-894A-52AD9914DFC1}" srcOrd="10" destOrd="0" presId="urn:microsoft.com/office/officeart/2005/8/layout/hProcess11"/>
    <dgm:cxn modelId="{2DC8B531-0B55-42BE-BF21-D3E61226B4F6}" type="presParOf" srcId="{3815E226-C8E2-4953-894A-52AD9914DFC1}" destId="{EC2C656F-0F35-4E63-A8B1-0BED5CC47F22}" srcOrd="0" destOrd="0" presId="urn:microsoft.com/office/officeart/2005/8/layout/hProcess11"/>
    <dgm:cxn modelId="{3CDD9ED7-0611-4804-9657-F59DEE41D707}" type="presParOf" srcId="{3815E226-C8E2-4953-894A-52AD9914DFC1}" destId="{63BA52A8-9B96-4E23-9AE3-C105FE4896D7}" srcOrd="1" destOrd="0" presId="urn:microsoft.com/office/officeart/2005/8/layout/hProcess11"/>
    <dgm:cxn modelId="{EE2B06AE-1BE7-4B69-832B-7CDB1CAAF495}" type="presParOf" srcId="{3815E226-C8E2-4953-894A-52AD9914DFC1}" destId="{FF8F347B-6A8F-4ADA-9DB2-520277A9356C}" srcOrd="2" destOrd="0" presId="urn:microsoft.com/office/officeart/2005/8/layout/hProcess11"/>
    <dgm:cxn modelId="{C4805C6B-FBAD-4318-8555-86490082DFFB}" type="presParOf" srcId="{BE80A2C8-FF52-4E87-A753-945D3B5F1324}" destId="{4BC48A56-7C21-4F48-A419-FFBFDE69FFAD}" srcOrd="11" destOrd="0" presId="urn:microsoft.com/office/officeart/2005/8/layout/hProcess11"/>
    <dgm:cxn modelId="{984BB445-0945-46FD-AE18-E8C355690FE4}" type="presParOf" srcId="{BE80A2C8-FF52-4E87-A753-945D3B5F1324}" destId="{5FFB4500-7F0E-4D8C-B2C1-42B5BA5852FC}" srcOrd="12" destOrd="0" presId="urn:microsoft.com/office/officeart/2005/8/layout/hProcess11"/>
    <dgm:cxn modelId="{B61DA9A4-80EF-4B5D-90CD-D8BEB250FB2F}" type="presParOf" srcId="{5FFB4500-7F0E-4D8C-B2C1-42B5BA5852FC}" destId="{0A515D0B-0FF5-418C-A783-68C5EE93DB1B}" srcOrd="0" destOrd="0" presId="urn:microsoft.com/office/officeart/2005/8/layout/hProcess11"/>
    <dgm:cxn modelId="{D5825423-AB6B-4708-9881-E7BF83F9D352}" type="presParOf" srcId="{5FFB4500-7F0E-4D8C-B2C1-42B5BA5852FC}" destId="{63FD2ADB-E7AC-45F3-B1C0-F688D0D4115C}" srcOrd="1" destOrd="0" presId="urn:microsoft.com/office/officeart/2005/8/layout/hProcess11"/>
    <dgm:cxn modelId="{5A2CE660-BF4D-466A-9BB4-11497E63A771}" type="presParOf" srcId="{5FFB4500-7F0E-4D8C-B2C1-42B5BA5852FC}" destId="{6CE43F40-83F0-45A8-AB0A-DADD4321065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/>
      <dgm:t>
        <a:bodyPr/>
        <a:lstStyle/>
        <a:p>
          <a:r>
            <a:rPr lang="pl-PL" sz="1200" b="0">
              <a:solidFill>
                <a:schemeClr val="bg1"/>
              </a:solidFill>
            </a:rPr>
            <a:t>Braki danych</a:t>
          </a:r>
          <a:endParaRPr lang="pl-PL" sz="1200">
            <a:solidFill>
              <a:schemeClr val="bg1"/>
            </a:solidFill>
          </a:endParaRP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/>
      <dgm:t>
        <a:bodyPr/>
        <a:lstStyle/>
        <a:p>
          <a:r>
            <a:rPr lang="pl-PL" sz="1200"/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/>
      <dgm:t>
        <a:bodyPr/>
        <a:lstStyle/>
        <a:p>
          <a:r>
            <a:rPr lang="pl-PL" sz="1200"/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/>
      <dgm:t>
        <a:bodyPr/>
        <a:lstStyle/>
        <a:p>
          <a:r>
            <a:rPr lang="pl-PL" sz="1200"/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1CDC1C83-155D-466C-8A5E-C6A60D12DC4A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2A688DE-AAF6-493C-8BE8-7FC9780F2939}" type="parTrans" cxnId="{7D8BD66B-6174-40A1-8D70-27F107E91CEB}">
      <dgm:prSet/>
      <dgm:spPr/>
      <dgm:t>
        <a:bodyPr/>
        <a:lstStyle/>
        <a:p>
          <a:endParaRPr lang="pl-PL"/>
        </a:p>
      </dgm:t>
    </dgm:pt>
    <dgm:pt modelId="{30C39582-BE81-4EA1-9ECD-BC8909972F82}" type="sibTrans" cxnId="{7D8BD66B-6174-40A1-8D70-27F107E91CEB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895576C1-6190-4B41-BB8D-B4C7C788E149}" type="pres">
      <dgm:prSet presAssocID="{1CDC1C83-155D-466C-8A5E-C6A60D12DC4A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589B6C4B-B97D-44AB-88AF-6C044E9D63EE}" type="pres">
      <dgm:prSet presAssocID="{30C39582-BE81-4EA1-9ECD-BC8909972F82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B46B1C0D-F286-429A-B552-1C038C8B8AF5}" type="presOf" srcId="{1CDC1C83-155D-466C-8A5E-C6A60D12DC4A}" destId="{895576C1-6190-4B41-BB8D-B4C7C788E149}" srcOrd="0" destOrd="0" presId="urn:microsoft.com/office/officeart/2005/8/layout/chevron1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7D8BD66B-6174-40A1-8D70-27F107E91CEB}" srcId="{CC93CB2E-3B12-40BD-B9C3-66FB4D18AA0A}" destId="{1CDC1C83-155D-466C-8A5E-C6A60D12DC4A}" srcOrd="1" destOrd="0" parTransId="{62A688DE-AAF6-493C-8BE8-7FC9780F2939}" sibTransId="{30C39582-BE81-4EA1-9ECD-BC8909972F82}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3CA6C2B9-18D9-4121-8FF2-C0E53E0B56C2}" type="presParOf" srcId="{D852533A-6E14-4F44-B1E7-983861DFC7C2}" destId="{895576C1-6190-4B41-BB8D-B4C7C788E149}" srcOrd="2" destOrd="0" presId="urn:microsoft.com/office/officeart/2005/8/layout/chevron1"/>
    <dgm:cxn modelId="{0BD81F0E-6B0B-43DC-ADB6-4A14219DE165}" type="presParOf" srcId="{D852533A-6E14-4F44-B1E7-983861DFC7C2}" destId="{589B6C4B-B97D-44AB-88AF-6C044E9D63EE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/>
      <dgm:t>
        <a:bodyPr/>
        <a:lstStyle/>
        <a:p>
          <a:r>
            <a:rPr lang="pl-PL" sz="1200"/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/>
      <dgm:t>
        <a:bodyPr/>
        <a:lstStyle/>
        <a:p>
          <a:r>
            <a:rPr lang="pl-PL" sz="1200"/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/>
      <dgm:t>
        <a:bodyPr/>
        <a:lstStyle/>
        <a:p>
          <a:r>
            <a:rPr lang="pl-PL" sz="1200"/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9FB2A250-A61F-4409-8B86-925F5104B385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  <a:endParaRPr lang="pl-PL" sz="1200"/>
        </a:p>
      </dgm:t>
    </dgm:pt>
    <dgm:pt modelId="{29183C08-DDED-47A9-AAFD-0882B40A8177}" type="parTrans" cxnId="{940DF416-44BA-4621-888C-8E1E2B8C2729}">
      <dgm:prSet/>
      <dgm:spPr/>
      <dgm:t>
        <a:bodyPr/>
        <a:lstStyle/>
        <a:p>
          <a:endParaRPr lang="pl-PL"/>
        </a:p>
      </dgm:t>
    </dgm:pt>
    <dgm:pt modelId="{DAFBC604-54C2-4F69-8A4A-7B783ADA9721}" type="sibTrans" cxnId="{940DF416-44BA-4621-888C-8E1E2B8C2729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56011E44-099F-448F-979C-E032EF5FA1F6}" type="pres">
      <dgm:prSet presAssocID="{9FB2A250-A61F-4409-8B86-925F5104B385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61A7BA86-401E-48FA-803A-50303B2DCC81}" type="pres">
      <dgm:prSet presAssocID="{DAFBC604-54C2-4F69-8A4A-7B783ADA9721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940DF416-44BA-4621-888C-8E1E2B8C2729}" srcId="{CC93CB2E-3B12-40BD-B9C3-66FB4D18AA0A}" destId="{9FB2A250-A61F-4409-8B86-925F5104B385}" srcOrd="1" destOrd="0" parTransId="{29183C08-DDED-47A9-AAFD-0882B40A8177}" sibTransId="{DAFBC604-54C2-4F69-8A4A-7B783ADA9721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69C2A44F-ED89-40D3-8E13-18CB56BFF10A}" type="presOf" srcId="{9FB2A250-A61F-4409-8B86-925F5104B385}" destId="{56011E44-099F-448F-979C-E032EF5FA1F6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91D312DE-C422-4DDF-9D30-04D562FDC5B5}" type="presParOf" srcId="{D852533A-6E14-4F44-B1E7-983861DFC7C2}" destId="{56011E44-099F-448F-979C-E032EF5FA1F6}" srcOrd="2" destOrd="0" presId="urn:microsoft.com/office/officeart/2005/8/layout/chevron1"/>
    <dgm:cxn modelId="{866AE9E3-45EB-4D59-8DEC-426640BE1133}" type="presParOf" srcId="{D852533A-6E14-4F44-B1E7-983861DFC7C2}" destId="{61A7BA86-401E-48FA-803A-50303B2DCC81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/>
      <dgm:t>
        <a:bodyPr/>
        <a:lstStyle/>
        <a:p>
          <a:r>
            <a:rPr lang="pl-PL" sz="1200"/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/>
      <dgm:t>
        <a:bodyPr/>
        <a:lstStyle/>
        <a:p>
          <a:r>
            <a:rPr lang="pl-PL" sz="1200"/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8569538-C001-47A9-A0ED-974D7DE4D2CC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115E13BA-8774-4F21-876E-35405A883C10}" type="parTrans" cxnId="{D8AB11C9-89E2-4A86-8DC2-13376414E51D}">
      <dgm:prSet/>
      <dgm:spPr/>
      <dgm:t>
        <a:bodyPr/>
        <a:lstStyle/>
        <a:p>
          <a:endParaRPr lang="pl-PL"/>
        </a:p>
      </dgm:t>
    </dgm:pt>
    <dgm:pt modelId="{3261698D-D1B3-4DEB-9A3D-DE3FA5759E80}" type="sibTrans" cxnId="{D8AB11C9-89E2-4A86-8DC2-13376414E51D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19D8BE19-56AD-49FF-8606-ABC1D8339CC4}" type="pres">
      <dgm:prSet presAssocID="{28569538-C001-47A9-A0ED-974D7DE4D2CC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DF2FADB-86E5-4413-A719-31AC9EB5CBB6}" type="pres">
      <dgm:prSet presAssocID="{3261698D-D1B3-4DEB-9A3D-DE3FA5759E80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D226FC3F-E7D1-420F-BAC1-6A2F5FBD097E}" type="presOf" srcId="{28569538-C001-47A9-A0ED-974D7DE4D2CC}" destId="{19D8BE19-56AD-49FF-8606-ABC1D8339CC4}" srcOrd="0" destOrd="0" presId="urn:microsoft.com/office/officeart/2005/8/layout/chevron1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8AB11C9-89E2-4A86-8DC2-13376414E51D}" srcId="{CC93CB2E-3B12-40BD-B9C3-66FB4D18AA0A}" destId="{28569538-C001-47A9-A0ED-974D7DE4D2CC}" srcOrd="1" destOrd="0" parTransId="{115E13BA-8774-4F21-876E-35405A883C10}" sibTransId="{3261698D-D1B3-4DEB-9A3D-DE3FA5759E80}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55EE5DF1-A962-416E-B7AE-542F17739CF8}" type="presParOf" srcId="{D852533A-6E14-4F44-B1E7-983861DFC7C2}" destId="{19D8BE19-56AD-49FF-8606-ABC1D8339CC4}" srcOrd="2" destOrd="0" presId="urn:microsoft.com/office/officeart/2005/8/layout/chevron1"/>
    <dgm:cxn modelId="{2F19E883-945E-4EF1-B346-6ED8ABAF2033}" type="presParOf" srcId="{D852533A-6E14-4F44-B1E7-983861DFC7C2}" destId="{9DF2FADB-86E5-4413-A719-31AC9EB5CBB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/>
      <dgm:t>
        <a:bodyPr/>
        <a:lstStyle/>
        <a:p>
          <a:r>
            <a:rPr lang="pl-PL" sz="1200"/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/>
      <dgm:t>
        <a:bodyPr/>
        <a:lstStyle/>
        <a:p>
          <a:r>
            <a:rPr lang="pl-PL" sz="1200"/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7AA5F71D-B806-479E-B04C-29D8A328DE4A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1DC1336D-5791-4D35-82F4-90DE1A0FA85D}" type="parTrans" cxnId="{4447FE22-195F-47E3-9CB6-B4DEA820C711}">
      <dgm:prSet/>
      <dgm:spPr/>
      <dgm:t>
        <a:bodyPr/>
        <a:lstStyle/>
        <a:p>
          <a:endParaRPr lang="pl-PL"/>
        </a:p>
      </dgm:t>
    </dgm:pt>
    <dgm:pt modelId="{C58342D2-24B1-41D0-A2AE-67C6386211A5}" type="sibTrans" cxnId="{4447FE22-195F-47E3-9CB6-B4DEA820C711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81FCBB45-F481-4661-8ED6-0D9254098B74}" type="pres">
      <dgm:prSet presAssocID="{7AA5F71D-B806-479E-B04C-29D8A328DE4A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FA0C862D-70DF-4414-8928-844CB003348D}" type="pres">
      <dgm:prSet presAssocID="{C58342D2-24B1-41D0-A2AE-67C6386211A5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4447FE22-195F-47E3-9CB6-B4DEA820C711}" srcId="{CC93CB2E-3B12-40BD-B9C3-66FB4D18AA0A}" destId="{7AA5F71D-B806-479E-B04C-29D8A328DE4A}" srcOrd="1" destOrd="0" parTransId="{1DC1336D-5791-4D35-82F4-90DE1A0FA85D}" sibTransId="{C58342D2-24B1-41D0-A2AE-67C6386211A5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B8FE00D4-71F6-4C77-84EB-79897DC21B77}" type="presOf" srcId="{7AA5F71D-B806-479E-B04C-29D8A328DE4A}" destId="{81FCBB45-F481-4661-8ED6-0D9254098B74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AC16F6E6-1D3B-401E-ABBF-643DFCB0791E}" type="presParOf" srcId="{D852533A-6E14-4F44-B1E7-983861DFC7C2}" destId="{81FCBB45-F481-4661-8ED6-0D9254098B74}" srcOrd="2" destOrd="0" presId="urn:microsoft.com/office/officeart/2005/8/layout/chevron1"/>
    <dgm:cxn modelId="{D06D0B97-D16C-4AFC-B034-47115566170C}" type="presParOf" srcId="{D852533A-6E14-4F44-B1E7-983861DFC7C2}" destId="{FA0C862D-70DF-4414-8928-844CB003348D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/>
      <dgm:t>
        <a:bodyPr/>
        <a:lstStyle/>
        <a:p>
          <a:r>
            <a:rPr lang="pl-PL" sz="1200"/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B79F6632-6B61-47C5-AC9E-1664796FBD92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C889138F-96A0-4AD8-BF1E-DF3703931AE9}" type="parTrans" cxnId="{12AD0563-7580-452B-A32F-BF7CCC944527}">
      <dgm:prSet/>
      <dgm:spPr/>
      <dgm:t>
        <a:bodyPr/>
        <a:lstStyle/>
        <a:p>
          <a:endParaRPr lang="pl-PL"/>
        </a:p>
      </dgm:t>
    </dgm:pt>
    <dgm:pt modelId="{3CEBCF23-E9B9-4913-A645-B9796D8FA9BF}" type="sibTrans" cxnId="{12AD0563-7580-452B-A32F-BF7CCC944527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37549F82-45A0-4DD1-9CBC-3F045179A745}" type="pres">
      <dgm:prSet presAssocID="{B79F6632-6B61-47C5-AC9E-1664796FBD9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C12CF7FC-647A-48BF-87A5-B3285C151B26}" type="pres">
      <dgm:prSet presAssocID="{3CEBCF23-E9B9-4913-A645-B9796D8FA9BF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12AD0563-7580-452B-A32F-BF7CCC944527}" srcId="{CC93CB2E-3B12-40BD-B9C3-66FB4D18AA0A}" destId="{B79F6632-6B61-47C5-AC9E-1664796FBD92}" srcOrd="1" destOrd="0" parTransId="{C889138F-96A0-4AD8-BF1E-DF3703931AE9}" sibTransId="{3CEBCF23-E9B9-4913-A645-B9796D8FA9BF}"/>
    <dgm:cxn modelId="{48783147-6C9E-4872-8147-97940097303F}" type="presOf" srcId="{B79F6632-6B61-47C5-AC9E-1664796FBD92}" destId="{37549F82-45A0-4DD1-9CBC-3F045179A745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6B3F91B1-D66D-4712-A81C-801096DE22FA}" type="presParOf" srcId="{D852533A-6E14-4F44-B1E7-983861DFC7C2}" destId="{37549F82-45A0-4DD1-9CBC-3F045179A745}" srcOrd="2" destOrd="0" presId="urn:microsoft.com/office/officeart/2005/8/layout/chevron1"/>
    <dgm:cxn modelId="{AE921C1E-710E-450D-A8BF-CDE35A17EEDD}" type="presParOf" srcId="{D852533A-6E14-4F44-B1E7-983861DFC7C2}" destId="{C12CF7FC-647A-48BF-87A5-B3285C151B2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59ED6674-1B61-450C-A015-D34BD8C00A0B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2F10C005-232C-4968-9254-FFDAD2B511C8}" type="parTrans" cxnId="{5B818B3E-0A93-4BA4-85CD-81A8B27BC731}">
      <dgm:prSet/>
      <dgm:spPr/>
      <dgm:t>
        <a:bodyPr/>
        <a:lstStyle/>
        <a:p>
          <a:endParaRPr lang="pl-PL"/>
        </a:p>
      </dgm:t>
    </dgm:pt>
    <dgm:pt modelId="{4C0B5E6F-0AA5-44B7-AC34-0AF0E708DC83}" type="sibTrans" cxnId="{5B818B3E-0A93-4BA4-85CD-81A8B27BC731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9A91C396-AD96-46FA-ACA5-1A55F4C4DEE6}" type="pres">
      <dgm:prSet presAssocID="{59ED6674-1B61-450C-A015-D34BD8C00A0B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C0368F97-0DAA-452A-A8CF-24F372B26BAA}" type="pres">
      <dgm:prSet presAssocID="{4C0B5E6F-0AA5-44B7-AC34-0AF0E708DC83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5B818B3E-0A93-4BA4-85CD-81A8B27BC731}" srcId="{CC93CB2E-3B12-40BD-B9C3-66FB4D18AA0A}" destId="{59ED6674-1B61-450C-A015-D34BD8C00A0B}" srcOrd="1" destOrd="0" parTransId="{2F10C005-232C-4968-9254-FFDAD2B511C8}" sibTransId="{4C0B5E6F-0AA5-44B7-AC34-0AF0E708DC83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AFEBAF76-3A01-474D-8C7E-00AED03DB1C1}" type="presOf" srcId="{59ED6674-1B61-450C-A015-D34BD8C00A0B}" destId="{9A91C396-AD96-46FA-ACA5-1A55F4C4DEE6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CFA80254-FE7A-4CA4-8A89-C89153FA28E9}" type="presParOf" srcId="{D852533A-6E14-4F44-B1E7-983861DFC7C2}" destId="{9A91C396-AD96-46FA-ACA5-1A55F4C4DEE6}" srcOrd="2" destOrd="0" presId="urn:microsoft.com/office/officeart/2005/8/layout/chevron1"/>
    <dgm:cxn modelId="{E39D171B-1B69-4E2F-80C7-9A9949E5108F}" type="presParOf" srcId="{D852533A-6E14-4F44-B1E7-983861DFC7C2}" destId="{C0368F97-0DAA-452A-A8CF-24F372B26BAA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DACBC01-E5A8-4CF6-8A75-F98E71A3E0A6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C484C82-9CBD-4C5B-B962-81F1C777146E}" type="parTrans" cxnId="{E7DFECD5-72EB-4498-A36C-E5CEA8C228FC}">
      <dgm:prSet/>
      <dgm:spPr/>
      <dgm:t>
        <a:bodyPr/>
        <a:lstStyle/>
        <a:p>
          <a:endParaRPr lang="pl-PL"/>
        </a:p>
      </dgm:t>
    </dgm:pt>
    <dgm:pt modelId="{4601BD26-F271-410B-82EE-A032636E199A}" type="sibTrans" cxnId="{E7DFECD5-72EB-4498-A36C-E5CEA8C228FC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6E17DC81-E407-44D5-BD32-6E4607AD004E}" type="pres">
      <dgm:prSet presAssocID="{2DACBC01-E5A8-4CF6-8A75-F98E71A3E0A6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41266F2-040D-41BB-90CD-AE0C77DF9696}" type="pres">
      <dgm:prSet presAssocID="{4601BD26-F271-410B-82EE-A032636E199A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B01C42B4-CA3A-44AC-A878-027A4079B879}" type="presOf" srcId="{2DACBC01-E5A8-4CF6-8A75-F98E71A3E0A6}" destId="{6E17DC81-E407-44D5-BD32-6E4607AD004E}" srcOrd="0" destOrd="0" presId="urn:microsoft.com/office/officeart/2005/8/layout/chevron1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E7DFECD5-72EB-4498-A36C-E5CEA8C228FC}" srcId="{CC93CB2E-3B12-40BD-B9C3-66FB4D18AA0A}" destId="{2DACBC01-E5A8-4CF6-8A75-F98E71A3E0A6}" srcOrd="1" destOrd="0" parTransId="{6C484C82-9CBD-4C5B-B962-81F1C777146E}" sibTransId="{4601BD26-F271-410B-82EE-A032636E199A}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6193ABD1-30C8-44B9-BE39-D71943E2FD61}" type="presParOf" srcId="{D852533A-6E14-4F44-B1E7-983861DFC7C2}" destId="{6E17DC81-E407-44D5-BD32-6E4607AD004E}" srcOrd="2" destOrd="0" presId="urn:microsoft.com/office/officeart/2005/8/layout/chevron1"/>
    <dgm:cxn modelId="{422D6651-7517-40D7-8DF8-2D8B7822FB10}" type="presParOf" srcId="{D852533A-6E14-4F44-B1E7-983861DFC7C2}" destId="{941266F2-040D-41BB-90CD-AE0C77DF969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DACBC01-E5A8-4CF6-8A75-F98E71A3E0A6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C484C82-9CBD-4C5B-B962-81F1C777146E}" type="parTrans" cxnId="{7D3A3488-ED63-45F4-9E66-9FB463788A77}">
      <dgm:prSet/>
      <dgm:spPr/>
      <dgm:t>
        <a:bodyPr/>
        <a:lstStyle/>
        <a:p>
          <a:endParaRPr lang="pl-PL"/>
        </a:p>
      </dgm:t>
    </dgm:pt>
    <dgm:pt modelId="{4601BD26-F271-410B-82EE-A032636E199A}" type="sibTrans" cxnId="{7D3A3488-ED63-45F4-9E66-9FB463788A77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6E17DC81-E407-44D5-BD32-6E4607AD004E}" type="pres">
      <dgm:prSet presAssocID="{2DACBC01-E5A8-4CF6-8A75-F98E71A3E0A6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41266F2-040D-41BB-90CD-AE0C77DF9696}" type="pres">
      <dgm:prSet presAssocID="{4601BD26-F271-410B-82EE-A032636E199A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7D3A3488-ED63-45F4-9E66-9FB463788A77}" srcId="{CC93CB2E-3B12-40BD-B9C3-66FB4D18AA0A}" destId="{2DACBC01-E5A8-4CF6-8A75-F98E71A3E0A6}" srcOrd="1" destOrd="0" parTransId="{6C484C82-9CBD-4C5B-B962-81F1C777146E}" sibTransId="{4601BD26-F271-410B-82EE-A032636E199A}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CDE059C6-689A-41A7-BF67-BF9F2911681F}" type="presOf" srcId="{2DACBC01-E5A8-4CF6-8A75-F98E71A3E0A6}" destId="{6E17DC81-E407-44D5-BD32-6E4607AD004E}" srcOrd="0" destOrd="0" presId="urn:microsoft.com/office/officeart/2005/8/layout/chevron1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593844BE-838D-4E4F-A57D-8555F6483C37}" type="presParOf" srcId="{D852533A-6E14-4F44-B1E7-983861DFC7C2}" destId="{6E17DC81-E407-44D5-BD32-6E4607AD004E}" srcOrd="2" destOrd="0" presId="urn:microsoft.com/office/officeart/2005/8/layout/chevron1"/>
    <dgm:cxn modelId="{0C52368C-7766-4301-BDE6-1068F5CDF048}" type="presParOf" srcId="{D852533A-6E14-4F44-B1E7-983861DFC7C2}" destId="{941266F2-040D-41BB-90CD-AE0C77DF969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DACBC01-E5A8-4CF6-8A75-F98E71A3E0A6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C484C82-9CBD-4C5B-B962-81F1C777146E}" type="parTrans" cxnId="{7D3A3488-ED63-45F4-9E66-9FB463788A77}">
      <dgm:prSet/>
      <dgm:spPr/>
      <dgm:t>
        <a:bodyPr/>
        <a:lstStyle/>
        <a:p>
          <a:endParaRPr lang="pl-PL"/>
        </a:p>
      </dgm:t>
    </dgm:pt>
    <dgm:pt modelId="{4601BD26-F271-410B-82EE-A032636E199A}" type="sibTrans" cxnId="{7D3A3488-ED63-45F4-9E66-9FB463788A77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6E17DC81-E407-44D5-BD32-6E4607AD004E}" type="pres">
      <dgm:prSet presAssocID="{2DACBC01-E5A8-4CF6-8A75-F98E71A3E0A6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41266F2-040D-41BB-90CD-AE0C77DF9696}" type="pres">
      <dgm:prSet presAssocID="{4601BD26-F271-410B-82EE-A032636E199A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7D3A3488-ED63-45F4-9E66-9FB463788A77}" srcId="{CC93CB2E-3B12-40BD-B9C3-66FB4D18AA0A}" destId="{2DACBC01-E5A8-4CF6-8A75-F98E71A3E0A6}" srcOrd="1" destOrd="0" parTransId="{6C484C82-9CBD-4C5B-B962-81F1C777146E}" sibTransId="{4601BD26-F271-410B-82EE-A032636E199A}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CDE059C6-689A-41A7-BF67-BF9F2911681F}" type="presOf" srcId="{2DACBC01-E5A8-4CF6-8A75-F98E71A3E0A6}" destId="{6E17DC81-E407-44D5-BD32-6E4607AD004E}" srcOrd="0" destOrd="0" presId="urn:microsoft.com/office/officeart/2005/8/layout/chevron1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593844BE-838D-4E4F-A57D-8555F6483C37}" type="presParOf" srcId="{D852533A-6E14-4F44-B1E7-983861DFC7C2}" destId="{6E17DC81-E407-44D5-BD32-6E4607AD004E}" srcOrd="2" destOrd="0" presId="urn:microsoft.com/office/officeart/2005/8/layout/chevron1"/>
    <dgm:cxn modelId="{0C52368C-7766-4301-BDE6-1068F5CDF048}" type="presParOf" srcId="{D852533A-6E14-4F44-B1E7-983861DFC7C2}" destId="{941266F2-040D-41BB-90CD-AE0C77DF969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pl-PL" sz="1200" b="1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/>
      <dgm:t>
        <a:bodyPr/>
        <a:lstStyle/>
        <a:p>
          <a:r>
            <a:rPr lang="pl-PL" sz="1200"/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DACBC01-E5A8-4CF6-8A75-F98E71A3E0A6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C484C82-9CBD-4C5B-B962-81F1C777146E}" type="parTrans" cxnId="{7D3A3488-ED63-45F4-9E66-9FB463788A77}">
      <dgm:prSet/>
      <dgm:spPr/>
      <dgm:t>
        <a:bodyPr/>
        <a:lstStyle/>
        <a:p>
          <a:endParaRPr lang="pl-PL"/>
        </a:p>
      </dgm:t>
    </dgm:pt>
    <dgm:pt modelId="{4601BD26-F271-410B-82EE-A032636E199A}" type="sibTrans" cxnId="{7D3A3488-ED63-45F4-9E66-9FB463788A77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6E17DC81-E407-44D5-BD32-6E4607AD004E}" type="pres">
      <dgm:prSet presAssocID="{2DACBC01-E5A8-4CF6-8A75-F98E71A3E0A6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41266F2-040D-41BB-90CD-AE0C77DF9696}" type="pres">
      <dgm:prSet presAssocID="{4601BD26-F271-410B-82EE-A032636E199A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7D3A3488-ED63-45F4-9E66-9FB463788A77}" srcId="{CC93CB2E-3B12-40BD-B9C3-66FB4D18AA0A}" destId="{2DACBC01-E5A8-4CF6-8A75-F98E71A3E0A6}" srcOrd="1" destOrd="0" parTransId="{6C484C82-9CBD-4C5B-B962-81F1C777146E}" sibTransId="{4601BD26-F271-410B-82EE-A032636E199A}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CDE059C6-689A-41A7-BF67-BF9F2911681F}" type="presOf" srcId="{2DACBC01-E5A8-4CF6-8A75-F98E71A3E0A6}" destId="{6E17DC81-E407-44D5-BD32-6E4607AD004E}" srcOrd="0" destOrd="0" presId="urn:microsoft.com/office/officeart/2005/8/layout/chevron1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593844BE-838D-4E4F-A57D-8555F6483C37}" type="presParOf" srcId="{D852533A-6E14-4F44-B1E7-983861DFC7C2}" destId="{6E17DC81-E407-44D5-BD32-6E4607AD004E}" srcOrd="2" destOrd="0" presId="urn:microsoft.com/office/officeart/2005/8/layout/chevron1"/>
    <dgm:cxn modelId="{0C52368C-7766-4301-BDE6-1068F5CDF048}" type="presParOf" srcId="{D852533A-6E14-4F44-B1E7-983861DFC7C2}" destId="{941266F2-040D-41BB-90CD-AE0C77DF969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C93CB2E-3B12-40BD-B9C3-66FB4D18AA0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06D675B-86BD-4A6D-8C89-B75E352FE60E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gm:t>
    </dgm:pt>
    <dgm:pt modelId="{DE5BB76B-CADD-4A91-9CA7-739F39F612F5}" type="parTrans" cxnId="{4D6CE630-0707-47F0-B958-E0F8BC4FD880}">
      <dgm:prSet/>
      <dgm:spPr/>
      <dgm:t>
        <a:bodyPr/>
        <a:lstStyle/>
        <a:p>
          <a:endParaRPr lang="pl-PL"/>
        </a:p>
      </dgm:t>
    </dgm:pt>
    <dgm:pt modelId="{137E6DF1-C761-4431-8487-BC2F520BA49F}" type="sibTrans" cxnId="{4D6CE630-0707-47F0-B958-E0F8BC4FD880}">
      <dgm:prSet/>
      <dgm:spPr/>
      <dgm:t>
        <a:bodyPr/>
        <a:lstStyle/>
        <a:p>
          <a:endParaRPr lang="pl-PL"/>
        </a:p>
      </dgm:t>
    </dgm:pt>
    <dgm:pt modelId="{18791E59-3DA5-412A-BE94-28312838F5F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gm:t>
    </dgm:pt>
    <dgm:pt modelId="{C5455B42-D1EF-43A9-A3AB-163795EA790F}" type="parTrans" cxnId="{E01555AE-4031-4387-8DDB-01DFB6557139}">
      <dgm:prSet/>
      <dgm:spPr/>
      <dgm:t>
        <a:bodyPr/>
        <a:lstStyle/>
        <a:p>
          <a:endParaRPr lang="pl-PL"/>
        </a:p>
      </dgm:t>
    </dgm:pt>
    <dgm:pt modelId="{5C3E3164-B54A-4464-9A3B-A4C1BC8BCCB9}" type="sibTrans" cxnId="{E01555AE-4031-4387-8DDB-01DFB6557139}">
      <dgm:prSet/>
      <dgm:spPr/>
      <dgm:t>
        <a:bodyPr/>
        <a:lstStyle/>
        <a:p>
          <a:endParaRPr lang="pl-PL"/>
        </a:p>
      </dgm:t>
    </dgm:pt>
    <dgm:pt modelId="{381C2657-1292-4BEF-B1F9-D384D384B75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gm:t>
    </dgm:pt>
    <dgm:pt modelId="{9117A7C7-3070-471E-8CEA-C0441E3D4692}" type="parTrans" cxnId="{361BEF91-AFEF-479B-84EB-327B6F3655BB}">
      <dgm:prSet/>
      <dgm:spPr/>
      <dgm:t>
        <a:bodyPr/>
        <a:lstStyle/>
        <a:p>
          <a:endParaRPr lang="pl-PL"/>
        </a:p>
      </dgm:t>
    </dgm:pt>
    <dgm:pt modelId="{5B2EB9E0-07E9-4BC0-87B3-46E6C1643656}" type="sibTrans" cxnId="{361BEF91-AFEF-479B-84EB-327B6F3655BB}">
      <dgm:prSet/>
      <dgm:spPr/>
      <dgm:t>
        <a:bodyPr/>
        <a:lstStyle/>
        <a:p>
          <a:endParaRPr lang="pl-PL"/>
        </a:p>
      </dgm:t>
    </dgm:pt>
    <dgm:pt modelId="{04678311-C755-4815-B76D-692262F89FB2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/>
              </a:solidFill>
            </a:rPr>
            <a:t>Wykresy i wnioski</a:t>
          </a:r>
        </a:p>
      </dgm:t>
    </dgm:pt>
    <dgm:pt modelId="{62B87610-63CD-4B7D-A3F9-047F81360EA2}" type="parTrans" cxnId="{692BBA99-6FF6-42E6-863A-A7B5BE5A86B5}">
      <dgm:prSet/>
      <dgm:spPr/>
      <dgm:t>
        <a:bodyPr/>
        <a:lstStyle/>
        <a:p>
          <a:endParaRPr lang="pl-PL"/>
        </a:p>
      </dgm:t>
    </dgm:pt>
    <dgm:pt modelId="{3FC2A861-147C-4EA8-B3FC-3CD6BBFA71DD}" type="sibTrans" cxnId="{692BBA99-6FF6-42E6-863A-A7B5BE5A86B5}">
      <dgm:prSet/>
      <dgm:spPr/>
      <dgm:t>
        <a:bodyPr/>
        <a:lstStyle/>
        <a:p>
          <a:endParaRPr lang="pl-PL"/>
        </a:p>
      </dgm:t>
    </dgm:pt>
    <dgm:pt modelId="{960ABCB0-80A3-4227-A1F8-F722028CE7C7}">
      <dgm:prSet phldrT="[Teks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pl-PL" sz="1100" b="1">
              <a:solidFill>
                <a:schemeClr val="tx1"/>
              </a:solidFill>
            </a:rPr>
            <a:t>Podsumowanie</a:t>
          </a:r>
        </a:p>
      </dgm:t>
    </dgm:pt>
    <dgm:pt modelId="{767FC8EE-D63D-4C92-9631-DC537FF6A3EC}" type="parTrans" cxnId="{FFBFFC3A-E0BC-4E46-8825-966F1B7E9200}">
      <dgm:prSet/>
      <dgm:spPr/>
      <dgm:t>
        <a:bodyPr/>
        <a:lstStyle/>
        <a:p>
          <a:endParaRPr lang="pl-PL"/>
        </a:p>
      </dgm:t>
    </dgm:pt>
    <dgm:pt modelId="{9347E87B-AC2E-495B-A7F7-DBBB5476573E}" type="sibTrans" cxnId="{FFBFFC3A-E0BC-4E46-8825-966F1B7E9200}">
      <dgm:prSet/>
      <dgm:spPr/>
      <dgm:t>
        <a:bodyPr/>
        <a:lstStyle/>
        <a:p>
          <a:endParaRPr lang="pl-PL"/>
        </a:p>
      </dgm:t>
    </dgm:pt>
    <dgm:pt modelId="{09B38905-2B68-4A83-8AFC-8E66726CC8DD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gm:t>
    </dgm:pt>
    <dgm:pt modelId="{F590BEA0-7C2B-4ECD-8DF3-82B14734D77A}" type="parTrans" cxnId="{BBBFF601-ADB2-481D-9F95-24C284BF740C}">
      <dgm:prSet/>
      <dgm:spPr/>
      <dgm:t>
        <a:bodyPr/>
        <a:lstStyle/>
        <a:p>
          <a:endParaRPr lang="pl-PL"/>
        </a:p>
      </dgm:t>
    </dgm:pt>
    <dgm:pt modelId="{BEAB827B-4CA5-4EF3-9641-0655E1760D4D}" type="sibTrans" cxnId="{BBBFF601-ADB2-481D-9F95-24C284BF740C}">
      <dgm:prSet/>
      <dgm:spPr/>
      <dgm:t>
        <a:bodyPr/>
        <a:lstStyle/>
        <a:p>
          <a:endParaRPr lang="pl-PL"/>
        </a:p>
      </dgm:t>
    </dgm:pt>
    <dgm:pt modelId="{2DACBC01-E5A8-4CF6-8A75-F98E71A3E0A6}">
      <dgm:prSet phldrT="[Tekst]" custT="1"/>
      <dgm:spPr>
        <a:solidFill>
          <a:schemeClr val="bg2"/>
        </a:solidFill>
      </dgm:spPr>
      <dgm:t>
        <a:bodyPr/>
        <a:lstStyle/>
        <a:p>
          <a:r>
            <a:rPr lang="pl-PL" sz="1200" b="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gm:t>
    </dgm:pt>
    <dgm:pt modelId="{6C484C82-9CBD-4C5B-B962-81F1C777146E}" type="parTrans" cxnId="{7D3A3488-ED63-45F4-9E66-9FB463788A77}">
      <dgm:prSet/>
      <dgm:spPr/>
      <dgm:t>
        <a:bodyPr/>
        <a:lstStyle/>
        <a:p>
          <a:endParaRPr lang="pl-PL"/>
        </a:p>
      </dgm:t>
    </dgm:pt>
    <dgm:pt modelId="{4601BD26-F271-410B-82EE-A032636E199A}" type="sibTrans" cxnId="{7D3A3488-ED63-45F4-9E66-9FB463788A77}">
      <dgm:prSet/>
      <dgm:spPr/>
      <dgm:t>
        <a:bodyPr/>
        <a:lstStyle/>
        <a:p>
          <a:endParaRPr lang="pl-PL"/>
        </a:p>
      </dgm:t>
    </dgm:pt>
    <dgm:pt modelId="{D852533A-6E14-4F44-B1E7-983861DFC7C2}" type="pres">
      <dgm:prSet presAssocID="{CC93CB2E-3B12-40BD-B9C3-66FB4D18AA0A}" presName="Name0" presStyleCnt="0">
        <dgm:presLayoutVars>
          <dgm:dir/>
          <dgm:animLvl val="lvl"/>
          <dgm:resizeHandles val="exact"/>
        </dgm:presLayoutVars>
      </dgm:prSet>
      <dgm:spPr/>
    </dgm:pt>
    <dgm:pt modelId="{479663B2-A0C8-48C1-8207-4A8051611101}" type="pres">
      <dgm:prSet presAssocID="{706D675B-86BD-4A6D-8C89-B75E352FE60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2E763C6B-8EB1-4BD4-962A-5E39210AA8EA}" type="pres">
      <dgm:prSet presAssocID="{137E6DF1-C761-4431-8487-BC2F520BA49F}" presName="parTxOnlySpace" presStyleCnt="0"/>
      <dgm:spPr/>
    </dgm:pt>
    <dgm:pt modelId="{6E17DC81-E407-44D5-BD32-6E4607AD004E}" type="pres">
      <dgm:prSet presAssocID="{2DACBC01-E5A8-4CF6-8A75-F98E71A3E0A6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941266F2-040D-41BB-90CD-AE0C77DF9696}" type="pres">
      <dgm:prSet presAssocID="{4601BD26-F271-410B-82EE-A032636E199A}" presName="parTxOnlySpace" presStyleCnt="0"/>
      <dgm:spPr/>
    </dgm:pt>
    <dgm:pt modelId="{29774AAC-AD3A-4AA2-937D-4C06976B7C3D}" type="pres">
      <dgm:prSet presAssocID="{18791E59-3DA5-412A-BE94-28312838F5F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EDB498D-38B4-4AEC-8F9B-8AB553234979}" type="pres">
      <dgm:prSet presAssocID="{5C3E3164-B54A-4464-9A3B-A4C1BC8BCCB9}" presName="parTxOnlySpace" presStyleCnt="0"/>
      <dgm:spPr/>
    </dgm:pt>
    <dgm:pt modelId="{A8633846-FE6E-4F6A-9FD6-C593E3CCF59F}" type="pres">
      <dgm:prSet presAssocID="{09B38905-2B68-4A83-8AFC-8E66726CC8D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C0CA1129-B35A-44D5-9934-C3FFAA9526F8}" type="pres">
      <dgm:prSet presAssocID="{BEAB827B-4CA5-4EF3-9641-0655E1760D4D}" presName="parTxOnlySpace" presStyleCnt="0"/>
      <dgm:spPr/>
    </dgm:pt>
    <dgm:pt modelId="{A5008C3D-0D8E-48CC-8AE0-BF4968209979}" type="pres">
      <dgm:prSet presAssocID="{381C2657-1292-4BEF-B1F9-D384D384B75D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FC0106-EC93-4056-BAB0-0EEC07A35DF2}" type="pres">
      <dgm:prSet presAssocID="{5B2EB9E0-07E9-4BC0-87B3-46E6C1643656}" presName="parTxOnlySpace" presStyleCnt="0"/>
      <dgm:spPr/>
    </dgm:pt>
    <dgm:pt modelId="{3112A8A7-2723-437C-917E-F42AD7E70D97}" type="pres">
      <dgm:prSet presAssocID="{04678311-C755-4815-B76D-692262F89FB2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16F3C64-8105-4207-BCA8-DD62EAEE34D3}" type="pres">
      <dgm:prSet presAssocID="{3FC2A861-147C-4EA8-B3FC-3CD6BBFA71DD}" presName="parTxOnlySpace" presStyleCnt="0"/>
      <dgm:spPr/>
    </dgm:pt>
    <dgm:pt modelId="{C558CAF1-95C2-45F3-B50D-48985B1EF3D5}" type="pres">
      <dgm:prSet presAssocID="{960ABCB0-80A3-4227-A1F8-F722028CE7C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BBBFF601-ADB2-481D-9F95-24C284BF740C}" srcId="{CC93CB2E-3B12-40BD-B9C3-66FB4D18AA0A}" destId="{09B38905-2B68-4A83-8AFC-8E66726CC8DD}" srcOrd="3" destOrd="0" parTransId="{F590BEA0-7C2B-4ECD-8DF3-82B14734D77A}" sibTransId="{BEAB827B-4CA5-4EF3-9641-0655E1760D4D}"/>
    <dgm:cxn modelId="{128E3E24-06B4-4190-8B64-F16353B2DDBB}" type="presOf" srcId="{706D675B-86BD-4A6D-8C89-B75E352FE60E}" destId="{479663B2-A0C8-48C1-8207-4A8051611101}" srcOrd="0" destOrd="0" presId="urn:microsoft.com/office/officeart/2005/8/layout/chevron1"/>
    <dgm:cxn modelId="{4D6CE630-0707-47F0-B958-E0F8BC4FD880}" srcId="{CC93CB2E-3B12-40BD-B9C3-66FB4D18AA0A}" destId="{706D675B-86BD-4A6D-8C89-B75E352FE60E}" srcOrd="0" destOrd="0" parTransId="{DE5BB76B-CADD-4A91-9CA7-739F39F612F5}" sibTransId="{137E6DF1-C761-4431-8487-BC2F520BA49F}"/>
    <dgm:cxn modelId="{FFBFFC3A-E0BC-4E46-8825-966F1B7E9200}" srcId="{CC93CB2E-3B12-40BD-B9C3-66FB4D18AA0A}" destId="{960ABCB0-80A3-4227-A1F8-F722028CE7C7}" srcOrd="6" destOrd="0" parTransId="{767FC8EE-D63D-4C92-9631-DC537FF6A3EC}" sibTransId="{9347E87B-AC2E-495B-A7F7-DBBB5476573E}"/>
    <dgm:cxn modelId="{6AEC985C-AF80-4DCC-8777-4D6D2642999E}" type="presOf" srcId="{04678311-C755-4815-B76D-692262F89FB2}" destId="{3112A8A7-2723-437C-917E-F42AD7E70D97}" srcOrd="0" destOrd="0" presId="urn:microsoft.com/office/officeart/2005/8/layout/chevron1"/>
    <dgm:cxn modelId="{F5E6315F-161B-4EFB-8FE4-63CBEE16F71B}" type="presOf" srcId="{381C2657-1292-4BEF-B1F9-D384D384B75D}" destId="{A5008C3D-0D8E-48CC-8AE0-BF4968209979}" srcOrd="0" destOrd="0" presId="urn:microsoft.com/office/officeart/2005/8/layout/chevron1"/>
    <dgm:cxn modelId="{2729527F-45BA-4784-8735-CC45F80252F7}" type="presOf" srcId="{18791E59-3DA5-412A-BE94-28312838F5FD}" destId="{29774AAC-AD3A-4AA2-937D-4C06976B7C3D}" srcOrd="0" destOrd="0" presId="urn:microsoft.com/office/officeart/2005/8/layout/chevron1"/>
    <dgm:cxn modelId="{23F3F984-3DF8-4985-B77F-1EE208211A68}" type="presOf" srcId="{960ABCB0-80A3-4227-A1F8-F722028CE7C7}" destId="{C558CAF1-95C2-45F3-B50D-48985B1EF3D5}" srcOrd="0" destOrd="0" presId="urn:microsoft.com/office/officeart/2005/8/layout/chevron1"/>
    <dgm:cxn modelId="{7D3A3488-ED63-45F4-9E66-9FB463788A77}" srcId="{CC93CB2E-3B12-40BD-B9C3-66FB4D18AA0A}" destId="{2DACBC01-E5A8-4CF6-8A75-F98E71A3E0A6}" srcOrd="1" destOrd="0" parTransId="{6C484C82-9CBD-4C5B-B962-81F1C777146E}" sibTransId="{4601BD26-F271-410B-82EE-A032636E199A}"/>
    <dgm:cxn modelId="{361BEF91-AFEF-479B-84EB-327B6F3655BB}" srcId="{CC93CB2E-3B12-40BD-B9C3-66FB4D18AA0A}" destId="{381C2657-1292-4BEF-B1F9-D384D384B75D}" srcOrd="4" destOrd="0" parTransId="{9117A7C7-3070-471E-8CEA-C0441E3D4692}" sibTransId="{5B2EB9E0-07E9-4BC0-87B3-46E6C1643656}"/>
    <dgm:cxn modelId="{692BBA99-6FF6-42E6-863A-A7B5BE5A86B5}" srcId="{CC93CB2E-3B12-40BD-B9C3-66FB4D18AA0A}" destId="{04678311-C755-4815-B76D-692262F89FB2}" srcOrd="5" destOrd="0" parTransId="{62B87610-63CD-4B7D-A3F9-047F81360EA2}" sibTransId="{3FC2A861-147C-4EA8-B3FC-3CD6BBFA71DD}"/>
    <dgm:cxn modelId="{7A931AAB-4FAA-48A8-9241-97CB7DF8A956}" type="presOf" srcId="{CC93CB2E-3B12-40BD-B9C3-66FB4D18AA0A}" destId="{D852533A-6E14-4F44-B1E7-983861DFC7C2}" srcOrd="0" destOrd="0" presId="urn:microsoft.com/office/officeart/2005/8/layout/chevron1"/>
    <dgm:cxn modelId="{E01555AE-4031-4387-8DDB-01DFB6557139}" srcId="{CC93CB2E-3B12-40BD-B9C3-66FB4D18AA0A}" destId="{18791E59-3DA5-412A-BE94-28312838F5FD}" srcOrd="2" destOrd="0" parTransId="{C5455B42-D1EF-43A9-A3AB-163795EA790F}" sibTransId="{5C3E3164-B54A-4464-9A3B-A4C1BC8BCCB9}"/>
    <dgm:cxn modelId="{CDE059C6-689A-41A7-BF67-BF9F2911681F}" type="presOf" srcId="{2DACBC01-E5A8-4CF6-8A75-F98E71A3E0A6}" destId="{6E17DC81-E407-44D5-BD32-6E4607AD004E}" srcOrd="0" destOrd="0" presId="urn:microsoft.com/office/officeart/2005/8/layout/chevron1"/>
    <dgm:cxn modelId="{EDE97AC8-5E75-4330-9C1F-3EB038FBBC87}" type="presOf" srcId="{09B38905-2B68-4A83-8AFC-8E66726CC8DD}" destId="{A8633846-FE6E-4F6A-9FD6-C593E3CCF59F}" srcOrd="0" destOrd="0" presId="urn:microsoft.com/office/officeart/2005/8/layout/chevron1"/>
    <dgm:cxn modelId="{D51D428A-7331-41CC-9DE7-A48D73E39EAC}" type="presParOf" srcId="{D852533A-6E14-4F44-B1E7-983861DFC7C2}" destId="{479663B2-A0C8-48C1-8207-4A8051611101}" srcOrd="0" destOrd="0" presId="urn:microsoft.com/office/officeart/2005/8/layout/chevron1"/>
    <dgm:cxn modelId="{77E7898E-9592-495C-9FE4-A3C3DEC3E666}" type="presParOf" srcId="{D852533A-6E14-4F44-B1E7-983861DFC7C2}" destId="{2E763C6B-8EB1-4BD4-962A-5E39210AA8EA}" srcOrd="1" destOrd="0" presId="urn:microsoft.com/office/officeart/2005/8/layout/chevron1"/>
    <dgm:cxn modelId="{593844BE-838D-4E4F-A57D-8555F6483C37}" type="presParOf" srcId="{D852533A-6E14-4F44-B1E7-983861DFC7C2}" destId="{6E17DC81-E407-44D5-BD32-6E4607AD004E}" srcOrd="2" destOrd="0" presId="urn:microsoft.com/office/officeart/2005/8/layout/chevron1"/>
    <dgm:cxn modelId="{0C52368C-7766-4301-BDE6-1068F5CDF048}" type="presParOf" srcId="{D852533A-6E14-4F44-B1E7-983861DFC7C2}" destId="{941266F2-040D-41BB-90CD-AE0C77DF9696}" srcOrd="3" destOrd="0" presId="urn:microsoft.com/office/officeart/2005/8/layout/chevron1"/>
    <dgm:cxn modelId="{16529548-11D7-4A6B-B5FB-BFD6A8137FE5}" type="presParOf" srcId="{D852533A-6E14-4F44-B1E7-983861DFC7C2}" destId="{29774AAC-AD3A-4AA2-937D-4C06976B7C3D}" srcOrd="4" destOrd="0" presId="urn:microsoft.com/office/officeart/2005/8/layout/chevron1"/>
    <dgm:cxn modelId="{8ED5C9B4-E04A-44F5-BCBC-7C360DE6BF76}" type="presParOf" srcId="{D852533A-6E14-4F44-B1E7-983861DFC7C2}" destId="{8EDB498D-38B4-4AEC-8F9B-8AB553234979}" srcOrd="5" destOrd="0" presId="urn:microsoft.com/office/officeart/2005/8/layout/chevron1"/>
    <dgm:cxn modelId="{33B6BCEA-CBCC-4718-8489-6CA490CC8268}" type="presParOf" srcId="{D852533A-6E14-4F44-B1E7-983861DFC7C2}" destId="{A8633846-FE6E-4F6A-9FD6-C593E3CCF59F}" srcOrd="6" destOrd="0" presId="urn:microsoft.com/office/officeart/2005/8/layout/chevron1"/>
    <dgm:cxn modelId="{CC796B8C-B528-4CAF-866F-6DB228D175F5}" type="presParOf" srcId="{D852533A-6E14-4F44-B1E7-983861DFC7C2}" destId="{C0CA1129-B35A-44D5-9934-C3FFAA9526F8}" srcOrd="7" destOrd="0" presId="urn:microsoft.com/office/officeart/2005/8/layout/chevron1"/>
    <dgm:cxn modelId="{83320DAC-140D-4A3A-AC08-66793DBBA8D1}" type="presParOf" srcId="{D852533A-6E14-4F44-B1E7-983861DFC7C2}" destId="{A5008C3D-0D8E-48CC-8AE0-BF4968209979}" srcOrd="8" destOrd="0" presId="urn:microsoft.com/office/officeart/2005/8/layout/chevron1"/>
    <dgm:cxn modelId="{6CE3698A-E19B-4469-9A52-E7A6E05E2078}" type="presParOf" srcId="{D852533A-6E14-4F44-B1E7-983861DFC7C2}" destId="{85FC0106-EC93-4056-BAB0-0EEC07A35DF2}" srcOrd="9" destOrd="0" presId="urn:microsoft.com/office/officeart/2005/8/layout/chevron1"/>
    <dgm:cxn modelId="{7A1DC784-55B6-484F-8031-F87ACC7CC979}" type="presParOf" srcId="{D852533A-6E14-4F44-B1E7-983861DFC7C2}" destId="{3112A8A7-2723-437C-917E-F42AD7E70D97}" srcOrd="10" destOrd="0" presId="urn:microsoft.com/office/officeart/2005/8/layout/chevron1"/>
    <dgm:cxn modelId="{58308CA0-45BD-4648-A97F-4FCF52FDD221}" type="presParOf" srcId="{D852533A-6E14-4F44-B1E7-983861DFC7C2}" destId="{016F3C64-8105-4207-BCA8-DD62EAEE34D3}" srcOrd="11" destOrd="0" presId="urn:microsoft.com/office/officeart/2005/8/layout/chevron1"/>
    <dgm:cxn modelId="{9DA1091E-FA88-4CA2-B2B1-E0132B426BF3}" type="presParOf" srcId="{D852533A-6E14-4F44-B1E7-983861DFC7C2}" destId="{C558CAF1-95C2-45F3-B50D-48985B1EF3D5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F8CB3-CE97-4CE4-9CDC-6D5B91BE5AF6}">
      <dsp:nvSpPr>
        <dsp:cNvPr id="0" name=""/>
        <dsp:cNvSpPr/>
      </dsp:nvSpPr>
      <dsp:spPr>
        <a:xfrm>
          <a:off x="0" y="1305401"/>
          <a:ext cx="11506574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A3E61-EA00-4AC2-B18B-90C62409273E}">
      <dsp:nvSpPr>
        <dsp:cNvPr id="0" name=""/>
        <dsp:cNvSpPr/>
      </dsp:nvSpPr>
      <dsp:spPr>
        <a:xfrm>
          <a:off x="884" y="0"/>
          <a:ext cx="1418376" cy="1740535"/>
        </a:xfrm>
        <a:prstGeom prst="rect">
          <a:avLst/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1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884" y="0"/>
        <a:ext cx="1418376" cy="1740535"/>
      </dsp:txXfrm>
    </dsp:sp>
    <dsp:sp modelId="{582682C2-AEA8-42F5-9263-31E7903CB651}">
      <dsp:nvSpPr>
        <dsp:cNvPr id="0" name=""/>
        <dsp:cNvSpPr/>
      </dsp:nvSpPr>
      <dsp:spPr>
        <a:xfrm>
          <a:off x="49250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A3573-0993-4AC6-97D6-52981E1A548C}">
      <dsp:nvSpPr>
        <dsp:cNvPr id="0" name=""/>
        <dsp:cNvSpPr/>
      </dsp:nvSpPr>
      <dsp:spPr>
        <a:xfrm>
          <a:off x="1490179" y="2610802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490179" y="2610802"/>
        <a:ext cx="1418376" cy="1740535"/>
      </dsp:txXfrm>
    </dsp:sp>
    <dsp:sp modelId="{BC4315BB-2CB6-49F5-905F-549C0C9F0500}">
      <dsp:nvSpPr>
        <dsp:cNvPr id="0" name=""/>
        <dsp:cNvSpPr/>
      </dsp:nvSpPr>
      <dsp:spPr>
        <a:xfrm>
          <a:off x="198180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FAA44-361C-4432-860A-2E60BD8CA058}">
      <dsp:nvSpPr>
        <dsp:cNvPr id="0" name=""/>
        <dsp:cNvSpPr/>
      </dsp:nvSpPr>
      <dsp:spPr>
        <a:xfrm>
          <a:off x="2979475" y="0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2979475" y="0"/>
        <a:ext cx="1418376" cy="1740535"/>
      </dsp:txXfrm>
    </dsp:sp>
    <dsp:sp modelId="{0C021951-CA9D-457A-8392-4A20F46B8FE4}">
      <dsp:nvSpPr>
        <dsp:cNvPr id="0" name=""/>
        <dsp:cNvSpPr/>
      </dsp:nvSpPr>
      <dsp:spPr>
        <a:xfrm>
          <a:off x="347109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A3A98-EA4A-4D9B-8109-2BAE694067EF}">
      <dsp:nvSpPr>
        <dsp:cNvPr id="0" name=""/>
        <dsp:cNvSpPr/>
      </dsp:nvSpPr>
      <dsp:spPr>
        <a:xfrm>
          <a:off x="4478500" y="2610802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4478500" y="2610802"/>
        <a:ext cx="1418376" cy="1740535"/>
      </dsp:txXfrm>
    </dsp:sp>
    <dsp:sp modelId="{36F5A028-FFE3-4383-801E-585FFD3118A6}">
      <dsp:nvSpPr>
        <dsp:cNvPr id="0" name=""/>
        <dsp:cNvSpPr/>
      </dsp:nvSpPr>
      <dsp:spPr>
        <a:xfrm>
          <a:off x="496039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5E065-0E97-4846-AB6F-F914FF8182E9}">
      <dsp:nvSpPr>
        <dsp:cNvPr id="0" name=""/>
        <dsp:cNvSpPr/>
      </dsp:nvSpPr>
      <dsp:spPr>
        <a:xfrm>
          <a:off x="5958065" y="0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5958065" y="0"/>
        <a:ext cx="1418376" cy="1740535"/>
      </dsp:txXfrm>
    </dsp:sp>
    <dsp:sp modelId="{DB91A1D3-A1BE-4EEA-8BAB-5E301B32CB99}">
      <dsp:nvSpPr>
        <dsp:cNvPr id="0" name=""/>
        <dsp:cNvSpPr/>
      </dsp:nvSpPr>
      <dsp:spPr>
        <a:xfrm>
          <a:off x="644968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C656F-0F35-4E63-A8B1-0BED5CC47F22}">
      <dsp:nvSpPr>
        <dsp:cNvPr id="0" name=""/>
        <dsp:cNvSpPr/>
      </dsp:nvSpPr>
      <dsp:spPr>
        <a:xfrm>
          <a:off x="7447360" y="2610802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/>
              </a:solidFill>
            </a:rPr>
            <a:t>Wykresy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/>
              </a:solidFill>
            </a:rPr>
            <a:t>I wnioski</a:t>
          </a:r>
        </a:p>
      </dsp:txBody>
      <dsp:txXfrm>
        <a:off x="7447360" y="2610802"/>
        <a:ext cx="1418376" cy="1740535"/>
      </dsp:txXfrm>
    </dsp:sp>
    <dsp:sp modelId="{63BA52A8-9B96-4E23-9AE3-C105FE4896D7}">
      <dsp:nvSpPr>
        <dsp:cNvPr id="0" name=""/>
        <dsp:cNvSpPr/>
      </dsp:nvSpPr>
      <dsp:spPr>
        <a:xfrm>
          <a:off x="793898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15D0B-0FF5-418C-A783-68C5EE93DB1B}">
      <dsp:nvSpPr>
        <dsp:cNvPr id="0" name=""/>
        <dsp:cNvSpPr/>
      </dsp:nvSpPr>
      <dsp:spPr>
        <a:xfrm>
          <a:off x="8936655" y="0"/>
          <a:ext cx="1418376" cy="1740535"/>
        </a:xfrm>
        <a:prstGeom prst="rect">
          <a:avLst/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b="0" kern="1200">
              <a:solidFill>
                <a:schemeClr val="tx1"/>
              </a:solidFill>
            </a:rPr>
            <a:t>Podsumowanie</a:t>
          </a:r>
        </a:p>
      </dsp:txBody>
      <dsp:txXfrm>
        <a:off x="8936655" y="0"/>
        <a:ext cx="1418376" cy="1740535"/>
      </dsp:txXfrm>
    </dsp:sp>
    <dsp:sp modelId="{63FD2ADB-E7AC-45F3-B1C0-F688D0D4115C}">
      <dsp:nvSpPr>
        <dsp:cNvPr id="0" name=""/>
        <dsp:cNvSpPr/>
      </dsp:nvSpPr>
      <dsp:spPr>
        <a:xfrm>
          <a:off x="942827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895576C1-6190-4B41-BB8D-B4C7C788E149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bg1"/>
              </a:solidFill>
            </a:rPr>
            <a:t>Braki danych</a:t>
          </a:r>
          <a:endParaRPr lang="pl-PL" sz="1200" kern="1200">
            <a:solidFill>
              <a:schemeClr val="bg1"/>
            </a:solidFill>
          </a:endParaRP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56011E44-099F-448F-979C-E032EF5FA1F6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  <a:endParaRPr lang="pl-PL" sz="1200" kern="1200"/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19D8BE19-56AD-49FF-8606-ABC1D8339CC4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81FCBB45-F481-4661-8ED6-0D9254098B74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37549F82-45A0-4DD1-9CBC-3F045179A745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9A91C396-AD96-46FA-ACA5-1A55F4C4DEE6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6E17DC81-E407-44D5-BD32-6E4607AD004E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6E17DC81-E407-44D5-BD32-6E4607AD004E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6E17DC81-E407-44D5-BD32-6E4607AD004E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6E17DC81-E407-44D5-BD32-6E4607AD004E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663B2-A0C8-48C1-8207-4A8051611101}">
      <dsp:nvSpPr>
        <dsp:cNvPr id="0" name=""/>
        <dsp:cNvSpPr/>
      </dsp:nvSpPr>
      <dsp:spPr>
        <a:xfrm>
          <a:off x="0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Spis treści</a:t>
          </a:r>
        </a:p>
      </dsp:txBody>
      <dsp:txXfrm>
        <a:off x="359580" y="1816088"/>
        <a:ext cx="1078742" cy="719160"/>
      </dsp:txXfrm>
    </dsp:sp>
    <dsp:sp modelId="{6E17DC81-E407-44D5-BD32-6E4607AD004E}">
      <dsp:nvSpPr>
        <dsp:cNvPr id="0" name=""/>
        <dsp:cNvSpPr/>
      </dsp:nvSpPr>
      <dsp:spPr>
        <a:xfrm>
          <a:off x="1618111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Omówienie danych</a:t>
          </a:r>
        </a:p>
      </dsp:txBody>
      <dsp:txXfrm>
        <a:off x="1977691" y="1816088"/>
        <a:ext cx="1078742" cy="719160"/>
      </dsp:txXfrm>
    </dsp:sp>
    <dsp:sp modelId="{29774AAC-AD3A-4AA2-937D-4C06976B7C3D}">
      <dsp:nvSpPr>
        <dsp:cNvPr id="0" name=""/>
        <dsp:cNvSpPr/>
      </dsp:nvSpPr>
      <dsp:spPr>
        <a:xfrm>
          <a:off x="3236223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Braki danych</a:t>
          </a:r>
        </a:p>
      </dsp:txBody>
      <dsp:txXfrm>
        <a:off x="3595803" y="1816088"/>
        <a:ext cx="1078742" cy="719160"/>
      </dsp:txXfrm>
    </dsp:sp>
    <dsp:sp modelId="{A8633846-FE6E-4F6A-9FD6-C593E3CCF59F}">
      <dsp:nvSpPr>
        <dsp:cNvPr id="0" name=""/>
        <dsp:cNvSpPr/>
      </dsp:nvSpPr>
      <dsp:spPr>
        <a:xfrm>
          <a:off x="4854335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>
              <a:solidFill>
                <a:schemeClr val="tx1">
                  <a:lumMod val="95000"/>
                  <a:lumOff val="5000"/>
                </a:schemeClr>
              </a:solidFill>
            </a:rPr>
            <a:t>Korelacje</a:t>
          </a:r>
        </a:p>
      </dsp:txBody>
      <dsp:txXfrm>
        <a:off x="5213915" y="1816088"/>
        <a:ext cx="1078742" cy="719160"/>
      </dsp:txXfrm>
    </dsp:sp>
    <dsp:sp modelId="{A5008C3D-0D8E-48CC-8AE0-BF4968209979}">
      <dsp:nvSpPr>
        <dsp:cNvPr id="0" name=""/>
        <dsp:cNvSpPr/>
      </dsp:nvSpPr>
      <dsp:spPr>
        <a:xfrm>
          <a:off x="6472447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>
                  <a:lumMod val="95000"/>
                  <a:lumOff val="5000"/>
                </a:schemeClr>
              </a:solidFill>
            </a:rPr>
            <a:t>Hierarchia użyteczności</a:t>
          </a:r>
        </a:p>
      </dsp:txBody>
      <dsp:txXfrm>
        <a:off x="6832027" y="1816088"/>
        <a:ext cx="1078742" cy="719160"/>
      </dsp:txXfrm>
    </dsp:sp>
    <dsp:sp modelId="{3112A8A7-2723-437C-917E-F42AD7E70D97}">
      <dsp:nvSpPr>
        <dsp:cNvPr id="0" name=""/>
        <dsp:cNvSpPr/>
      </dsp:nvSpPr>
      <dsp:spPr>
        <a:xfrm>
          <a:off x="8090559" y="1816088"/>
          <a:ext cx="1797902" cy="719160"/>
        </a:xfrm>
        <a:prstGeom prst="chevron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0" kern="1200">
              <a:solidFill>
                <a:schemeClr val="tx1"/>
              </a:solidFill>
            </a:rPr>
            <a:t>Wykresy i wnioski</a:t>
          </a:r>
        </a:p>
      </dsp:txBody>
      <dsp:txXfrm>
        <a:off x="8450139" y="1816088"/>
        <a:ext cx="1078742" cy="719160"/>
      </dsp:txXfrm>
    </dsp:sp>
    <dsp:sp modelId="{C558CAF1-95C2-45F3-B50D-48985B1EF3D5}">
      <dsp:nvSpPr>
        <dsp:cNvPr id="0" name=""/>
        <dsp:cNvSpPr/>
      </dsp:nvSpPr>
      <dsp:spPr>
        <a:xfrm>
          <a:off x="9708671" y="1816088"/>
          <a:ext cx="1797902" cy="719160"/>
        </a:xfrm>
        <a:prstGeom prst="chevron">
          <a:avLst/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100" b="1" kern="1200">
              <a:solidFill>
                <a:schemeClr val="tx1"/>
              </a:solidFill>
            </a:rPr>
            <a:t>Podsumowanie</a:t>
          </a:r>
        </a:p>
      </dsp:txBody>
      <dsp:txXfrm>
        <a:off x="10068251" y="1816088"/>
        <a:ext cx="1078742" cy="719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C6AC30-E9D0-F7AE-7455-D9012E1FC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087EAF8-5F0C-7927-788F-4E3AE7E81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3C1355-958C-0C99-A23A-B00452C9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218AA8-A7BD-E720-9A46-61C5A528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40FC97-8D61-C006-2582-9BB31B63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939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A92900-9531-47CC-8A79-975878A3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BCDABA-F201-BA21-91A7-C396CFF3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4DF6D19-027D-6A84-7406-272C28EA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B4A597-90AD-F603-4BAE-932D84F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3DC953-C6A4-CE53-F35E-C5C8CBED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689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46E981-A108-7A6F-9250-87E1CC65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758CB4-79F1-2866-90C5-9D89C109A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960244-C3DB-3EB0-7067-5EB0F821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778580-78DE-FF1F-44B6-403CA4B2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770256-731E-1749-F262-3AA6F202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563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2139C8-BC24-58FA-3C9F-9393C063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B2311B-C2EA-7073-9100-A0F7CE945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7269B16-3007-5FE3-ECFB-9D495FAFC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14E6299-8C69-73B5-BD09-0737BBE7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D999467-AFEF-9A0D-3B22-7C62FA8B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67407C5-4950-4271-5C9E-0579AA99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99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E5C0DE-B407-11BB-FDD7-66A6E3C0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2334FF6-D25F-A3CC-DB2F-5D870209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E0A4ABD-8B36-AAE1-FA5E-E04EBFE21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9BB1546-4D35-F968-8E2F-74E9D930A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E08CC62-6B12-178C-1124-34F15B155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BD4BEFE-2502-446B-6874-454BAFB7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19692B7-B597-17F2-403C-664340B3A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83A2D95-21DE-A9A3-3F73-A738E0C2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318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373869-BA5E-950F-6C9D-309CF15F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A98F32-3D26-C1F2-E617-2FCECBC4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B21F9F2-70B3-9242-6BF7-0828D376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AFA33AE-E282-96EF-11E8-7613B444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238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A8F216B-5D94-57B8-6EA7-6CFDC38F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15211BC-B450-F553-56D2-112302C7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3E60B4-0BB7-A3B7-3792-7DEDF29A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146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9DDAF3-3E14-93F6-FF4C-3C4E17C3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0B47B3-DBE5-BBC1-83D8-46EFC9878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016541D-96B4-17C2-37F2-82F4A56FF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1F48567-0A7F-C525-01DD-A4A25936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05D1C72-9455-2037-9D3A-41D04092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CF2084E-5F7E-8167-DE27-8571B437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352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5D4F8B-A18A-D4A3-B399-0726B6A0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CCF0E2B-D3B7-B6F1-E649-CCDC3F7E2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C33D111-27F2-A4C4-EAAE-529BAD677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E418328-C3DF-57A1-B120-575DCC76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C81B44C-61E6-C534-DF4D-29C6032E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B1152ED-4647-7EE1-97B0-70C76DFB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350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EFEB5F-0581-A632-6620-EC79F548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F8C6F04-683F-E1E8-66AA-031DE993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258341B-7AE1-99BD-3CDF-B9271D79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DC5DC8F-7717-C512-7C07-2F561CD7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1231201-CA94-FD20-D384-57D74CF3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018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C1ABB0D-7BE4-0388-4931-69FC232F6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AA1127B-E69F-F7FD-0785-17B660C50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572F433-8EB1-7C9A-229E-E1F9AAD2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E33108-B1C5-BB32-1FB7-42C3B5A8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9EF03D-0AAB-1E8E-44FB-152F951B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139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402A35F-B588-7E4A-DDD3-47360E85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905D50C-7D45-26AC-E68E-95A52A9E7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421307-7337-94CA-28AC-6F14319D6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5827D-326A-41BA-808D-CDB5864158A4}" type="datetimeFigureOut">
              <a:rPr lang="pl-PL" smtClean="0"/>
              <a:t>14.01.2025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652173-9943-20F7-6A0B-720C2D3C3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13AE64-3562-316B-16EA-301B501A9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4651E-054B-4846-8B26-25E15E1017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954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6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9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1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1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Layout" Target="../diagrams/layout1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Obraz zawierający tekst, zrzut ekranu, Równolegle, numer&#10;&#10;Opis wygenerowany automatycznie">
            <a:extLst>
              <a:ext uri="{FF2B5EF4-FFF2-40B4-BE49-F238E27FC236}">
                <a16:creationId xmlns:a16="http://schemas.microsoft.com/office/drawing/2014/main" id="{D1FB64AD-267E-8717-11F6-A157CA7413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5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B769428E-2A73-99C2-940A-E75535990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/>
              <a:t>Ryzyko kredytowe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D4B807C-E0E7-DD7E-8F4A-B3790A2B1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Grupa III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3E4FA94-AF40-C645-288F-D8CE6F290336}"/>
              </a:ext>
            </a:extLst>
          </p:cNvPr>
          <p:cNvSpPr/>
          <p:nvPr/>
        </p:nvSpPr>
        <p:spPr>
          <a:xfrm>
            <a:off x="-233464" y="-87549"/>
            <a:ext cx="12986426" cy="2052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F7E4ED44-E097-BB76-C639-B29688AE38FD}"/>
              </a:ext>
            </a:extLst>
          </p:cNvPr>
          <p:cNvSpPr/>
          <p:nvPr/>
        </p:nvSpPr>
        <p:spPr>
          <a:xfrm>
            <a:off x="0" y="4854102"/>
            <a:ext cx="12986426" cy="2315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7" name="Obraz 6" descr="Obraz zawierający symbol, logo, godło, Grafika&#10;&#10;Opis wygenerowany automatycznie">
            <a:extLst>
              <a:ext uri="{FF2B5EF4-FFF2-40B4-BE49-F238E27FC236}">
                <a16:creationId xmlns:a16="http://schemas.microsoft.com/office/drawing/2014/main" id="{71068A97-6CB0-7AFC-36C6-E960BCA74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471" y="4854860"/>
            <a:ext cx="2153057" cy="215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2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07183-6C61-886F-9739-459A30E2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dtytuł 10">
            <a:extLst>
              <a:ext uri="{FF2B5EF4-FFF2-40B4-BE49-F238E27FC236}">
                <a16:creationId xmlns:a16="http://schemas.microsoft.com/office/drawing/2014/main" id="{A641444E-1E9C-8F86-6623-7D9988EDC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graphicFrame>
        <p:nvGraphicFramePr>
          <p:cNvPr id="12" name="Symbol zastępczy zawartości 8">
            <a:extLst>
              <a:ext uri="{FF2B5EF4-FFF2-40B4-BE49-F238E27FC236}">
                <a16:creationId xmlns:a16="http://schemas.microsoft.com/office/drawing/2014/main" id="{9F5F26DD-82EA-FECE-8E14-D4D96A1355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168222"/>
              </p:ext>
            </p:extLst>
          </p:nvPr>
        </p:nvGraphicFramePr>
        <p:xfrm>
          <a:off x="419537" y="1380332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Prostokąt 13">
            <a:extLst>
              <a:ext uri="{FF2B5EF4-FFF2-40B4-BE49-F238E27FC236}">
                <a16:creationId xmlns:a16="http://schemas.microsoft.com/office/drawing/2014/main" id="{DB7EC7CC-CD34-55E2-73E1-EA86557E32D9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022DFFAA-A25C-05C5-9DB5-39E055252AD1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2485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74FED-65B2-2469-6F98-D5E944C9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44CFFC2D-CD40-F78C-9D78-A326BE54494A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11702944-E174-FE02-283E-CEB45E5B4BC5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E1631F0C-800C-031F-26CF-940555BE1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737309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ytuł 1">
            <a:extLst>
              <a:ext uri="{FF2B5EF4-FFF2-40B4-BE49-F238E27FC236}">
                <a16:creationId xmlns:a16="http://schemas.microsoft.com/office/drawing/2014/main" id="{3C762C7E-A0B2-4DD2-E636-0FC428B1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38" y="981858"/>
            <a:ext cx="10515600" cy="1325563"/>
          </a:xfrm>
        </p:spPr>
        <p:txBody>
          <a:bodyPr/>
          <a:lstStyle/>
          <a:p>
            <a:r>
              <a:rPr lang="pl-PL"/>
              <a:t>Omówienie danych</a:t>
            </a:r>
          </a:p>
        </p:txBody>
      </p:sp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3D8C2692-D5B4-45EC-D904-89CA047108C1}"/>
              </a:ext>
            </a:extLst>
          </p:cNvPr>
          <p:cNvSpPr txBox="1">
            <a:spLocks/>
          </p:cNvSpPr>
          <p:nvPr/>
        </p:nvSpPr>
        <p:spPr>
          <a:xfrm>
            <a:off x="838200" y="20835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1800">
                <a:latin typeface="Aptos"/>
              </a:rPr>
              <a:t> Nasze dane mają:</a:t>
            </a:r>
          </a:p>
          <a:p>
            <a:r>
              <a:rPr lang="pl-PL" sz="1800">
                <a:latin typeface="Aptos"/>
              </a:rPr>
              <a:t>148670 wierszy,</a:t>
            </a:r>
          </a:p>
          <a:p>
            <a:r>
              <a:rPr lang="pl-PL" sz="1800">
                <a:latin typeface="Aptos"/>
              </a:rPr>
              <a:t>34 kolumny, w tym 22 dyskretnych i 12 liczbowych,</a:t>
            </a:r>
          </a:p>
          <a:p>
            <a:r>
              <a:rPr lang="pl-PL" sz="1800">
                <a:latin typeface="Aptos"/>
              </a:rPr>
              <a:t>Liczne </a:t>
            </a:r>
            <a:r>
              <a:rPr lang="pl-PL" sz="1800" err="1">
                <a:latin typeface="Aptos"/>
              </a:rPr>
              <a:t>nulle</a:t>
            </a:r>
            <a:r>
              <a:rPr lang="pl-PL" sz="1800">
                <a:latin typeface="Aptos"/>
              </a:rPr>
              <a:t>, w niektórych kolumnach zajmujące nawet ćwierć wszystkich danych.</a:t>
            </a:r>
          </a:p>
          <a:p>
            <a:endParaRPr lang="pl-PL">
              <a:latin typeface="Aptos"/>
            </a:endParaRPr>
          </a:p>
          <a:p>
            <a:endParaRPr lang="pl-PL">
              <a:latin typeface="Aptos"/>
            </a:endParaRPr>
          </a:p>
          <a:p>
            <a:endParaRPr lang="pl-PL">
              <a:latin typeface="Aptos"/>
            </a:endParaRPr>
          </a:p>
          <a:p>
            <a:pPr>
              <a:buFont typeface="Calibri" panose="020B0604020202020204" pitchFamily="34" charset="0"/>
              <a:buChar char="-"/>
            </a:pPr>
            <a:endParaRPr lang="pl-PL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8351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2E2C-3333-39B7-02B7-9C89EBE2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8567CFFA-7992-048D-CAC2-F142CABD5854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CF1D512-3344-812B-8288-159884ECE699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DDEE5BE0-C1E7-12A2-7F5E-3312F678C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60180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ytuł 1">
            <a:extLst>
              <a:ext uri="{FF2B5EF4-FFF2-40B4-BE49-F238E27FC236}">
                <a16:creationId xmlns:a16="http://schemas.microsoft.com/office/drawing/2014/main" id="{1917675A-BAF0-81CD-0D3C-A0C4460E8522}"/>
              </a:ext>
            </a:extLst>
          </p:cNvPr>
          <p:cNvSpPr txBox="1">
            <a:spLocks/>
          </p:cNvSpPr>
          <p:nvPr/>
        </p:nvSpPr>
        <p:spPr>
          <a:xfrm>
            <a:off x="353438" y="1161236"/>
            <a:ext cx="5329936" cy="13784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Rozkład braków danych w </a:t>
            </a:r>
            <a:r>
              <a:rPr lang="pl-PL" err="1"/>
              <a:t>datasecie</a:t>
            </a:r>
            <a:endParaRPr lang="pl-PL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EEF26CD-1ED7-AF34-DE49-06E6CE66F014}"/>
              </a:ext>
            </a:extLst>
          </p:cNvPr>
          <p:cNvSpPr txBox="1">
            <a:spLocks/>
          </p:cNvSpPr>
          <p:nvPr/>
        </p:nvSpPr>
        <p:spPr>
          <a:xfrm>
            <a:off x="303730" y="2539668"/>
            <a:ext cx="6168583" cy="3714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1800" i="1" err="1">
                <a:latin typeface="Aptos"/>
              </a:rPr>
              <a:t>Upfront_charges</a:t>
            </a:r>
            <a:r>
              <a:rPr lang="en-US" sz="1800">
                <a:latin typeface="Aptos"/>
              </a:rPr>
              <a:t>, </a:t>
            </a:r>
            <a:r>
              <a:rPr lang="en-US" sz="1800" i="1" err="1">
                <a:latin typeface="Aptos"/>
              </a:rPr>
              <a:t>Interest_rate_spread</a:t>
            </a:r>
            <a:r>
              <a:rPr lang="en-US" sz="1800">
                <a:latin typeface="Aptos"/>
              </a:rPr>
              <a:t>, </a:t>
            </a:r>
            <a:r>
              <a:rPr lang="en-US" sz="1800" i="1" err="1">
                <a:latin typeface="Aptos"/>
              </a:rPr>
              <a:t>rate_of_interest</a:t>
            </a:r>
            <a:r>
              <a:rPr lang="en-US" sz="1800" i="1">
                <a:latin typeface="Aptos"/>
              </a:rPr>
              <a:t> </a:t>
            </a:r>
            <a:r>
              <a:rPr lang="en-US" sz="1800" err="1">
                <a:latin typeface="Aptos"/>
              </a:rPr>
              <a:t>mają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duza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i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bardzo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podobną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liczbę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endParaRPr lang="en-US" sz="1800">
              <a:latin typeface="Aptos"/>
            </a:endParaRPr>
          </a:p>
          <a:p>
            <a:pPr lvl="1">
              <a:lnSpc>
                <a:spcPct val="100000"/>
              </a:lnSpc>
            </a:pPr>
            <a:r>
              <a:rPr lang="en-US" sz="1800" i="1">
                <a:latin typeface="Aptos"/>
              </a:rPr>
              <a:t>LTV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i</a:t>
            </a:r>
            <a:r>
              <a:rPr lang="en-US" sz="1800">
                <a:latin typeface="Aptos"/>
              </a:rPr>
              <a:t> </a:t>
            </a:r>
            <a:r>
              <a:rPr lang="en-US" sz="1800" i="1" err="1">
                <a:latin typeface="Aptos"/>
              </a:rPr>
              <a:t>property_value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mają</a:t>
            </a:r>
            <a:r>
              <a:rPr lang="en-US" sz="1800">
                <a:latin typeface="Aptos"/>
              </a:rPr>
              <a:t> tyle </a:t>
            </a:r>
            <a:r>
              <a:rPr lang="en-US" sz="1800" err="1">
                <a:latin typeface="Aptos"/>
              </a:rPr>
              <a:t>samo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endParaRPr lang="en-US" sz="1800">
              <a:latin typeface="Aptos"/>
            </a:endParaRPr>
          </a:p>
          <a:p>
            <a:pPr lvl="1">
              <a:lnSpc>
                <a:spcPct val="100000"/>
              </a:lnSpc>
            </a:pPr>
            <a:r>
              <a:rPr lang="en-US" sz="1800" i="1">
                <a:latin typeface="Aptos"/>
              </a:rPr>
              <a:t>Dtir1</a:t>
            </a:r>
            <a:r>
              <a:rPr lang="en-US" sz="1800">
                <a:latin typeface="Aptos"/>
              </a:rPr>
              <a:t> jest </a:t>
            </a:r>
            <a:r>
              <a:rPr lang="en-US" sz="1800" err="1">
                <a:latin typeface="Aptos"/>
              </a:rPr>
              <a:t>bliski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sumie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r>
              <a:rPr lang="en-US" sz="1800">
                <a:latin typeface="Aptos"/>
              </a:rPr>
              <a:t> </a:t>
            </a:r>
            <a:r>
              <a:rPr lang="en-US" sz="1800" i="1" err="1">
                <a:latin typeface="Aptos"/>
              </a:rPr>
              <a:t>property_value</a:t>
            </a:r>
            <a:r>
              <a:rPr lang="en-US" sz="1800" i="1">
                <a:latin typeface="Aptos"/>
              </a:rPr>
              <a:t>  </a:t>
            </a:r>
            <a:r>
              <a:rPr lang="en-US" sz="1800" err="1">
                <a:latin typeface="Aptos"/>
              </a:rPr>
              <a:t>i</a:t>
            </a:r>
            <a:r>
              <a:rPr lang="en-US" sz="1800">
                <a:latin typeface="Aptos"/>
              </a:rPr>
              <a:t>  </a:t>
            </a:r>
            <a:r>
              <a:rPr lang="en-US" sz="1800" i="1">
                <a:latin typeface="Aptos"/>
              </a:rPr>
              <a:t>income</a:t>
            </a:r>
            <a:r>
              <a:rPr lang="en-US" sz="1800">
                <a:latin typeface="Aptos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sz="1800" i="1">
                <a:latin typeface="Aptos"/>
              </a:rPr>
              <a:t>age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i</a:t>
            </a:r>
            <a:r>
              <a:rPr lang="en-US" sz="1800">
                <a:latin typeface="Aptos"/>
              </a:rPr>
              <a:t> </a:t>
            </a:r>
            <a:r>
              <a:rPr lang="en-US" sz="1800" i="1" err="1">
                <a:latin typeface="Aptos"/>
              </a:rPr>
              <a:t>submission_of_application</a:t>
            </a:r>
            <a:r>
              <a:rPr lang="en-US" sz="1800">
                <a:latin typeface="Aptos"/>
              </a:rPr>
              <a:t> tyle </a:t>
            </a:r>
            <a:r>
              <a:rPr lang="en-US" sz="1800" err="1">
                <a:latin typeface="Aptos"/>
              </a:rPr>
              <a:t>samo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endParaRPr lang="en-US" sz="1800">
              <a:latin typeface="Aptos"/>
            </a:endParaRPr>
          </a:p>
          <a:p>
            <a:pPr lvl="1">
              <a:lnSpc>
                <a:spcPct val="100000"/>
              </a:lnSpc>
            </a:pPr>
            <a:r>
              <a:rPr lang="en-US" sz="1800" err="1">
                <a:latin typeface="Aptos"/>
              </a:rPr>
              <a:t>Reszta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najprawdopodobniej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nie</a:t>
            </a:r>
            <a:r>
              <a:rPr lang="en-US" sz="1800">
                <a:latin typeface="Aptos"/>
              </a:rPr>
              <a:t> jest </a:t>
            </a:r>
            <a:r>
              <a:rPr lang="en-US" sz="1800" err="1">
                <a:latin typeface="Aptos"/>
              </a:rPr>
              <a:t>bardzo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istotna</a:t>
            </a:r>
            <a:r>
              <a:rPr lang="en-US" sz="1800">
                <a:latin typeface="Aptos"/>
              </a:rPr>
              <a:t> </a:t>
            </a:r>
            <a:r>
              <a:rPr lang="en-US" sz="1800" err="1">
                <a:latin typeface="Aptos"/>
              </a:rPr>
              <a:t>i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można</a:t>
            </a:r>
            <a:r>
              <a:rPr lang="en-US" sz="1800">
                <a:latin typeface="Aptos"/>
              </a:rPr>
              <a:t> je </a:t>
            </a:r>
            <a:r>
              <a:rPr lang="en-US" sz="1800" err="1">
                <a:latin typeface="Aptos"/>
              </a:rPr>
              <a:t>zignorować</a:t>
            </a:r>
            <a:endParaRPr lang="en-US" sz="1800">
              <a:latin typeface="Aptos"/>
            </a:endParaRPr>
          </a:p>
          <a:p>
            <a:pPr lvl="1">
              <a:lnSpc>
                <a:spcPct val="100000"/>
              </a:lnSpc>
            </a:pPr>
            <a:r>
              <a:rPr lang="en-US" sz="1800" err="1">
                <a:latin typeface="Aptos"/>
              </a:rPr>
              <a:t>Liczba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braków</a:t>
            </a:r>
            <a:r>
              <a:rPr lang="en-US" sz="1800">
                <a:latin typeface="Aptos"/>
              </a:rPr>
              <a:t> w </a:t>
            </a:r>
            <a:r>
              <a:rPr lang="en-US" sz="1800" err="1">
                <a:latin typeface="Aptos"/>
              </a:rPr>
              <a:t>pierwszych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trzech</a:t>
            </a:r>
            <a:r>
              <a:rPr lang="en-US" sz="1800">
                <a:latin typeface="Aptos"/>
              </a:rPr>
              <a:t> jest </a:t>
            </a:r>
            <a:r>
              <a:rPr lang="en-US" sz="1800" err="1">
                <a:latin typeface="Aptos"/>
              </a:rPr>
              <a:t>bardzo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podobna</a:t>
            </a:r>
            <a:r>
              <a:rPr lang="en-US" sz="1800">
                <a:latin typeface="Aptos"/>
              </a:rPr>
              <a:t> do </a:t>
            </a:r>
            <a:r>
              <a:rPr lang="en-US" sz="1800" err="1">
                <a:latin typeface="Aptos"/>
              </a:rPr>
              <a:t>liczby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niespłaconych</a:t>
            </a:r>
            <a:r>
              <a:rPr lang="en-US" sz="1800">
                <a:latin typeface="Aptos"/>
              </a:rPr>
              <a:t> </a:t>
            </a:r>
            <a:r>
              <a:rPr lang="en-US" sz="1800" err="1">
                <a:latin typeface="Aptos"/>
              </a:rPr>
              <a:t>kredytów</a:t>
            </a:r>
            <a:r>
              <a:rPr lang="en-US" sz="1800">
                <a:latin typeface="Aptos"/>
              </a:rPr>
              <a:t> (</a:t>
            </a:r>
            <a:r>
              <a:rPr lang="en-US" sz="1800" i="1">
                <a:latin typeface="Aptos"/>
              </a:rPr>
              <a:t>Status</a:t>
            </a:r>
            <a:r>
              <a:rPr lang="en-US" sz="1800">
                <a:latin typeface="Aptos"/>
              </a:rPr>
              <a:t> = 1)</a:t>
            </a:r>
          </a:p>
        </p:txBody>
      </p:sp>
      <p:pic>
        <p:nvPicPr>
          <p:cNvPr id="15" name="Symbol zastępczy zawartości 3" descr="Obraz zawierający tekst, zrzut ekranu, Czcionka&#10;&#10;Opis wygenerowany automatycznie">
            <a:extLst>
              <a:ext uri="{FF2B5EF4-FFF2-40B4-BE49-F238E27FC236}">
                <a16:creationId xmlns:a16="http://schemas.microsoft.com/office/drawing/2014/main" id="{A966AA48-E620-1ADC-A421-40F7FB594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307" y="974979"/>
            <a:ext cx="5221705" cy="32438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Obraz 15" descr="Obraz zawierający tekst, Czcionka, zrzut ekranu, biały&#10;&#10;Opis wygenerowany automatycznie">
            <a:extLst>
              <a:ext uri="{FF2B5EF4-FFF2-40B4-BE49-F238E27FC236}">
                <a16:creationId xmlns:a16="http://schemas.microsoft.com/office/drawing/2014/main" id="{6ABB3688-1D56-3272-8145-A584C7434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4146" y="4785360"/>
            <a:ext cx="3706523" cy="14092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956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E059D-D857-EA33-3360-50CAA23A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8FBAF97D-8155-0A50-A9A1-62821B2E529C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625ACBFD-D5EC-C2AC-1790-393E0B3FF053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8192FDA7-FA38-DD25-D657-E8757E147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181260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108C0FF1-D90C-C5AC-A44F-6E50FDE9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88" y="1171090"/>
            <a:ext cx="10515600" cy="1325563"/>
          </a:xfrm>
        </p:spPr>
        <p:txBody>
          <a:bodyPr/>
          <a:lstStyle/>
          <a:p>
            <a:r>
              <a:rPr lang="pl-PL"/>
              <a:t>Korelacje między danymi</a:t>
            </a:r>
          </a:p>
        </p:txBody>
      </p:sp>
      <p:pic>
        <p:nvPicPr>
          <p:cNvPr id="3" name="Symbol zastępczy zawartości 3" descr="Obraz zawierający tekst, zrzut ekranu, kwadrat, diagram&#10;&#10;Opis wygenerowany automatycznie">
            <a:extLst>
              <a:ext uri="{FF2B5EF4-FFF2-40B4-BE49-F238E27FC236}">
                <a16:creationId xmlns:a16="http://schemas.microsoft.com/office/drawing/2014/main" id="{8AAE4AAA-B6FC-FCDD-1429-F6394215B5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5447" y="1148080"/>
            <a:ext cx="6186553" cy="484038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E7BEAA4-7E47-670F-28DB-B58FC2306762}"/>
              </a:ext>
            </a:extLst>
          </p:cNvPr>
          <p:cNvSpPr txBox="1"/>
          <p:nvPr/>
        </p:nvSpPr>
        <p:spPr>
          <a:xfrm>
            <a:off x="557504" y="2291129"/>
            <a:ext cx="41757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Silną korelacje widać między: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i="1"/>
              <a:t>loan_amount</a:t>
            </a:r>
            <a:r>
              <a:rPr lang="pl-PL"/>
              <a:t>, a </a:t>
            </a:r>
            <a:r>
              <a:rPr lang="pl-PL" i="1" err="1"/>
              <a:t>property_value</a:t>
            </a:r>
            <a:endParaRPr lang="pl-PL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i="1"/>
              <a:t>interest_rate_spread</a:t>
            </a:r>
            <a:r>
              <a:rPr lang="pl-PL"/>
              <a:t>, a </a:t>
            </a:r>
            <a:r>
              <a:rPr lang="pl-PL" i="1" err="1"/>
              <a:t>rate_of_interest</a:t>
            </a:r>
            <a:endParaRPr lang="pl-PL" i="1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983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3F49-6492-221D-4A7C-9B9A9930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2B423F13-9730-2552-AB7C-9F147BD8A5DD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FF88E0F3-6BAC-EFE1-06CB-2E2760D7D2ED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A635D525-1A9B-1682-A98B-6D9CC4F49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50595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Symbol zastępczy zawartości 3" descr="Obraz zawierający tekst, zrzut ekranu, diagram&#10;&#10;Opis wygenerowany automatycznie">
            <a:extLst>
              <a:ext uri="{FF2B5EF4-FFF2-40B4-BE49-F238E27FC236}">
                <a16:creationId xmlns:a16="http://schemas.microsoft.com/office/drawing/2014/main" id="{41389DC6-A2B9-FB71-A0C7-23CA63D6A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02998"/>
            <a:ext cx="5806440" cy="4353560"/>
          </a:xfrm>
          <a:prstGeom prst="rect">
            <a:avLst/>
          </a:prstGeom>
        </p:spPr>
      </p:pic>
      <p:pic>
        <p:nvPicPr>
          <p:cNvPr id="11" name="Obraz 10" descr="Obraz zawierający tekst, zrzut ekranu, diagram, Wykres&#10;&#10;Opis wygenerowany automatycznie">
            <a:extLst>
              <a:ext uri="{FF2B5EF4-FFF2-40B4-BE49-F238E27FC236}">
                <a16:creationId xmlns:a16="http://schemas.microsoft.com/office/drawing/2014/main" id="{F184722E-45D8-8EBC-D42D-48206D7E94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064" y="1402998"/>
            <a:ext cx="5735102" cy="437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5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32A9-9036-E4AF-9429-D5AC5823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EA28A5F3-46CF-ACD5-98F1-ABBD44BC0578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43C15FA0-83C3-FF9D-E5E4-3293DCE2D5E6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58E001C3-AB47-7FF1-4A7B-FE671A39C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381559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8659DF48-AFEB-669E-E63E-A1909AA8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20" y="896718"/>
            <a:ext cx="10515600" cy="1325563"/>
          </a:xfrm>
        </p:spPr>
        <p:txBody>
          <a:bodyPr>
            <a:normAutofit/>
          </a:bodyPr>
          <a:lstStyle/>
          <a:p>
            <a:r>
              <a:rPr lang="pl-PL">
                <a:ea typeface="+mj-lt"/>
                <a:cs typeface="+mj-lt"/>
              </a:rPr>
              <a:t>Hierarchia danych</a:t>
            </a:r>
            <a:endParaRPr lang="pl-PL"/>
          </a:p>
        </p:txBody>
      </p:sp>
      <p:pic>
        <p:nvPicPr>
          <p:cNvPr id="3" name="Symbol zastępczy zawartości 4" descr="Obraz zawierający tekst, zrzut ekranu, Czcionka, czarne i białe&#10;&#10;Opis wygenerowany automatycznie">
            <a:extLst>
              <a:ext uri="{FF2B5EF4-FFF2-40B4-BE49-F238E27FC236}">
                <a16:creationId xmlns:a16="http://schemas.microsoft.com/office/drawing/2014/main" id="{C966127B-531E-6DF8-78A6-018649FE4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156625"/>
            <a:ext cx="10515600" cy="16926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727723A1-C55B-1D12-2D82-3285FA0CD4C4}"/>
              </a:ext>
            </a:extLst>
          </p:cNvPr>
          <p:cNvSpPr txBox="1"/>
          <p:nvPr/>
        </p:nvSpPr>
        <p:spPr>
          <a:xfrm>
            <a:off x="521835" y="1952491"/>
            <a:ext cx="9601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/>
              <a:t>• Zauważmy, że nie każde dane są tak samo ważne, wartości tj. </a:t>
            </a:r>
            <a:r>
              <a:rPr lang="pl-PL" i="1"/>
              <a:t>ID</a:t>
            </a:r>
            <a:r>
              <a:rPr lang="pl-PL"/>
              <a:t>, </a:t>
            </a:r>
            <a:r>
              <a:rPr lang="pl-PL" i="1" err="1"/>
              <a:t>year</a:t>
            </a:r>
            <a:r>
              <a:rPr lang="pl-PL"/>
              <a:t>, </a:t>
            </a:r>
            <a:r>
              <a:rPr lang="pl-PL" i="1"/>
              <a:t>term</a:t>
            </a:r>
            <a:r>
              <a:rPr lang="pl-PL"/>
              <a:t> czy </a:t>
            </a:r>
            <a:r>
              <a:rPr lang="pl-PL" i="1" err="1"/>
              <a:t>age</a:t>
            </a:r>
            <a:r>
              <a:rPr lang="pl-PL"/>
              <a:t> nie są tak                    samo wartościowe jak np. </a:t>
            </a:r>
            <a:r>
              <a:rPr lang="pl-PL" i="1" err="1"/>
              <a:t>income</a:t>
            </a:r>
            <a:r>
              <a:rPr lang="pl-PL"/>
              <a:t> czy </a:t>
            </a:r>
            <a:r>
              <a:rPr lang="pl-PL" i="1"/>
              <a:t>dtir1</a:t>
            </a:r>
          </a:p>
        </p:txBody>
      </p:sp>
    </p:spTree>
    <p:extLst>
      <p:ext uri="{BB962C8B-B14F-4D97-AF65-F5344CB8AC3E}">
        <p14:creationId xmlns:p14="http://schemas.microsoft.com/office/powerpoint/2010/main" val="142695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6D57-73C8-F5B3-E186-53F5B782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6ED35096-88D8-E982-5A6E-A7CA0D731FCD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E382CDD-BBD7-EE8A-AF4C-70937ACE807F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BE5D7563-3D17-D146-CA52-E2586C100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100116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ytuł 1">
            <a:extLst>
              <a:ext uri="{FF2B5EF4-FFF2-40B4-BE49-F238E27FC236}">
                <a16:creationId xmlns:a16="http://schemas.microsoft.com/office/drawing/2014/main" id="{510AF8C7-4877-7AD0-A21C-4925134024A2}"/>
              </a:ext>
            </a:extLst>
          </p:cNvPr>
          <p:cNvSpPr txBox="1">
            <a:spLocks/>
          </p:cNvSpPr>
          <p:nvPr/>
        </p:nvSpPr>
        <p:spPr>
          <a:xfrm>
            <a:off x="249627" y="1100877"/>
            <a:ext cx="7480570" cy="10864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500"/>
              <a:t>Wykresy zależności między:</a:t>
            </a:r>
          </a:p>
          <a:p>
            <a:r>
              <a:rPr lang="pl-PL" sz="3000" i="1"/>
              <a:t>dtir1</a:t>
            </a:r>
            <a:r>
              <a:rPr lang="pl-PL" sz="3000"/>
              <a:t>, </a:t>
            </a:r>
            <a:r>
              <a:rPr lang="pl-PL" sz="3000" i="1" err="1"/>
              <a:t>income</a:t>
            </a:r>
            <a:r>
              <a:rPr lang="pl-PL" sz="3000"/>
              <a:t>, </a:t>
            </a:r>
            <a:r>
              <a:rPr lang="pl-PL" sz="3000" i="1"/>
              <a:t>status, </a:t>
            </a:r>
            <a:r>
              <a:rPr lang="pl-PL" sz="3000"/>
              <a:t>jak wpływają na </a:t>
            </a:r>
            <a:r>
              <a:rPr lang="pl-PL" sz="3000" i="1" err="1"/>
              <a:t>default</a:t>
            </a:r>
            <a:r>
              <a:rPr lang="pl-PL" sz="3000" i="1"/>
              <a:t>?</a:t>
            </a:r>
          </a:p>
        </p:txBody>
      </p:sp>
      <p:pic>
        <p:nvPicPr>
          <p:cNvPr id="11" name="Obraz 10" descr="Obraz zawierający tekst, zrzut ekranu, diagram, linia&#10;&#10;Opis wygenerowany automatycznie">
            <a:extLst>
              <a:ext uri="{FF2B5EF4-FFF2-40B4-BE49-F238E27FC236}">
                <a16:creationId xmlns:a16="http://schemas.microsoft.com/office/drawing/2014/main" id="{5EF2EDE5-DB4C-FB12-F4EA-002F42E5D5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949" y="2187324"/>
            <a:ext cx="4147225" cy="4078864"/>
          </a:xfrm>
          <a:prstGeom prst="rect">
            <a:avLst/>
          </a:prstGeom>
        </p:spPr>
      </p:pic>
      <p:pic>
        <p:nvPicPr>
          <p:cNvPr id="12" name="Obraz 11" descr="Obraz zawierający tekst, zrzut ekranu, diagram, linia&#10;&#10;Opis wygenerowany automatycznie">
            <a:extLst>
              <a:ext uri="{FF2B5EF4-FFF2-40B4-BE49-F238E27FC236}">
                <a16:creationId xmlns:a16="http://schemas.microsoft.com/office/drawing/2014/main" id="{6D95933D-49E7-EC5F-4CCD-6230E8E36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3328" y="1332689"/>
            <a:ext cx="4669884" cy="476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6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E890-431E-58CB-6313-FE160E2D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97049B88-C801-2D29-4A83-1EB513AB9226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5B049D6-BAE1-3A70-AAEF-37EAE40E5FA1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490D3BAA-1A9D-9C86-9DF3-4EADD5938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148296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ytuł 1">
            <a:extLst>
              <a:ext uri="{FF2B5EF4-FFF2-40B4-BE49-F238E27FC236}">
                <a16:creationId xmlns:a16="http://schemas.microsoft.com/office/drawing/2014/main" id="{C7D7356B-9B2E-D77E-70BC-44D5E544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50" y="842595"/>
            <a:ext cx="9476521" cy="1194580"/>
          </a:xfrm>
        </p:spPr>
        <p:txBody>
          <a:bodyPr>
            <a:normAutofit/>
          </a:bodyPr>
          <a:lstStyle/>
          <a:p>
            <a:r>
              <a:rPr lang="pl-PL" sz="3500"/>
              <a:t>Wykres przedstawiający te zależności:</a:t>
            </a:r>
          </a:p>
        </p:txBody>
      </p:sp>
      <p:pic>
        <p:nvPicPr>
          <p:cNvPr id="3" name="Symbol zastępczy zawartości 3">
            <a:extLst>
              <a:ext uri="{FF2B5EF4-FFF2-40B4-BE49-F238E27FC236}">
                <a16:creationId xmlns:a16="http://schemas.microsoft.com/office/drawing/2014/main" id="{E1967B61-22C1-B466-9716-D817B2A24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124" y="1854706"/>
            <a:ext cx="6105179" cy="4369366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A5AD6A5-3F4C-D8D9-771E-4746FF18C23D}"/>
              </a:ext>
            </a:extLst>
          </p:cNvPr>
          <p:cNvSpPr txBox="1"/>
          <p:nvPr/>
        </p:nvSpPr>
        <p:spPr>
          <a:xfrm>
            <a:off x="7673264" y="2308651"/>
            <a:ext cx="435638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latin typeface="Aptos"/>
              </a:rPr>
              <a:t>• Z tego wynika, że dla z niskim lub zerowym dochodem i dla osób z dużym </a:t>
            </a:r>
            <a:r>
              <a:rPr lang="pl-PL" i="1">
                <a:latin typeface="Aptos"/>
              </a:rPr>
              <a:t>dtir1 </a:t>
            </a:r>
            <a:r>
              <a:rPr lang="pl-PL">
                <a:latin typeface="Aptos"/>
              </a:rPr>
              <a:t>(&gt; 50) jest bardzo duża szansa na </a:t>
            </a:r>
            <a:r>
              <a:rPr lang="pl-PL" i="1" err="1">
                <a:latin typeface="Aptos"/>
              </a:rPr>
              <a:t>default</a:t>
            </a:r>
            <a:r>
              <a:rPr lang="pl-PL">
                <a:latin typeface="Aptos"/>
              </a:rPr>
              <a:t>, tym samym nie warto im przyznawać kredytów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44975BC-8083-DCD8-7C0B-1AB15A51BFE6}"/>
              </a:ext>
            </a:extLst>
          </p:cNvPr>
          <p:cNvSpPr txBox="1"/>
          <p:nvPr/>
        </p:nvSpPr>
        <p:spPr>
          <a:xfrm>
            <a:off x="7482474" y="1854706"/>
            <a:ext cx="26186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/>
              <a:t>Wniosek:</a:t>
            </a:r>
          </a:p>
        </p:txBody>
      </p:sp>
    </p:spTree>
    <p:extLst>
      <p:ext uri="{BB962C8B-B14F-4D97-AF65-F5344CB8AC3E}">
        <p14:creationId xmlns:p14="http://schemas.microsoft.com/office/powerpoint/2010/main" val="414484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7412-0C94-35B2-C6A9-EDEBA9D6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97D4A79F-C7C8-270A-F352-C83FF8CB7306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82ACDD70-5F37-FFEB-21D0-09E8A257D5D2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3E110340-B649-09C3-2951-2DE802EE32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ytuł 1">
            <a:extLst>
              <a:ext uri="{FF2B5EF4-FFF2-40B4-BE49-F238E27FC236}">
                <a16:creationId xmlns:a16="http://schemas.microsoft.com/office/drawing/2014/main" id="{FB8293CA-D933-FB83-5AD4-4E5F73D0E4F3}"/>
              </a:ext>
            </a:extLst>
          </p:cNvPr>
          <p:cNvSpPr txBox="1">
            <a:spLocks/>
          </p:cNvSpPr>
          <p:nvPr/>
        </p:nvSpPr>
        <p:spPr>
          <a:xfrm>
            <a:off x="262093" y="622768"/>
            <a:ext cx="36576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500"/>
              <a:t>Co wpływa na </a:t>
            </a:r>
            <a:r>
              <a:rPr lang="pl-PL" sz="3500" err="1"/>
              <a:t>default</a:t>
            </a:r>
            <a:r>
              <a:rPr lang="pl-PL" sz="3500"/>
              <a:t> kredytu?</a:t>
            </a:r>
          </a:p>
        </p:txBody>
      </p:sp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879BDD58-136E-9942-29F3-B3BACB57BE99}"/>
              </a:ext>
            </a:extLst>
          </p:cNvPr>
          <p:cNvSpPr txBox="1">
            <a:spLocks/>
          </p:cNvSpPr>
          <p:nvPr/>
        </p:nvSpPr>
        <p:spPr>
          <a:xfrm>
            <a:off x="4709160" y="667356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800" i="1">
                <a:ea typeface="+mn-lt"/>
                <a:cs typeface="+mn-lt"/>
              </a:rPr>
              <a:t>Joint</a:t>
            </a:r>
            <a:r>
              <a:rPr lang="pl-PL" sz="1800">
                <a:ea typeface="+mn-lt"/>
                <a:cs typeface="+mn-lt"/>
              </a:rPr>
              <a:t> ma widocznie niższy procent </a:t>
            </a:r>
            <a:r>
              <a:rPr lang="pl-PL" sz="1800" i="1" err="1">
                <a:ea typeface="+mn-lt"/>
                <a:cs typeface="+mn-lt"/>
              </a:rPr>
              <a:t>default’ów</a:t>
            </a:r>
            <a:r>
              <a:rPr lang="pl-PL" sz="1800">
                <a:ea typeface="+mn-lt"/>
                <a:cs typeface="+mn-lt"/>
              </a:rPr>
              <a:t> od reszty</a:t>
            </a:r>
          </a:p>
          <a:p>
            <a:r>
              <a:rPr lang="pl-PL" sz="1800" i="1"/>
              <a:t>Typ 2</a:t>
            </a:r>
            <a:r>
              <a:rPr lang="pl-PL" sz="1800"/>
              <a:t> pożyczek ma zdecydowanie wyższy procent </a:t>
            </a:r>
            <a:r>
              <a:rPr lang="pl-PL" sz="1800" i="1" err="1"/>
              <a:t>default’ów</a:t>
            </a:r>
            <a:endParaRPr lang="pl-PL" sz="1800" err="1"/>
          </a:p>
        </p:txBody>
      </p:sp>
      <p:pic>
        <p:nvPicPr>
          <p:cNvPr id="13" name="Obraz 12" descr="Obraz zawierający tekst, zrzut ekranu, diagram, Prostokąt&#10;&#10;Opis wygenerowany automatycznie">
            <a:extLst>
              <a:ext uri="{FF2B5EF4-FFF2-40B4-BE49-F238E27FC236}">
                <a16:creationId xmlns:a16="http://schemas.microsoft.com/office/drawing/2014/main" id="{4D886C25-CE1A-DE36-2C0E-9DC1C42E5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38" y="2031741"/>
            <a:ext cx="4392644" cy="4205957"/>
          </a:xfrm>
          <a:prstGeom prst="rect">
            <a:avLst/>
          </a:prstGeom>
        </p:spPr>
      </p:pic>
      <p:pic>
        <p:nvPicPr>
          <p:cNvPr id="457" name="Obraz 456" descr="Obraz zawierający tekst, zrzut ekranu, diagram, Prostokąt&#10;&#10;Opis wygenerowany automatycznie">
            <a:extLst>
              <a:ext uri="{FF2B5EF4-FFF2-40B4-BE49-F238E27FC236}">
                <a16:creationId xmlns:a16="http://schemas.microsoft.com/office/drawing/2014/main" id="{1C313070-F677-1462-8F6F-FA5818B67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243" y="2030278"/>
            <a:ext cx="432795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7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6C2F2-9C80-0F37-500E-EE1852E5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34591C29-1E9F-C7EF-B4F5-BAD3292A3820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857A3766-0550-6962-52D3-372854297F7A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99941F10-8B09-AE96-6FDE-BEAEC72CD9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ytuł 1">
            <a:extLst>
              <a:ext uri="{FF2B5EF4-FFF2-40B4-BE49-F238E27FC236}">
                <a16:creationId xmlns:a16="http://schemas.microsoft.com/office/drawing/2014/main" id="{4677F489-C699-0B7A-4482-C8F2CE99838B}"/>
              </a:ext>
            </a:extLst>
          </p:cNvPr>
          <p:cNvSpPr txBox="1">
            <a:spLocks/>
          </p:cNvSpPr>
          <p:nvPr/>
        </p:nvSpPr>
        <p:spPr>
          <a:xfrm>
            <a:off x="262093" y="622768"/>
            <a:ext cx="36576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500"/>
              <a:t>Co wpływa na </a:t>
            </a:r>
            <a:r>
              <a:rPr lang="pl-PL" sz="3500" err="1"/>
              <a:t>default</a:t>
            </a:r>
            <a:r>
              <a:rPr lang="pl-PL" sz="3500"/>
              <a:t> kredytu?</a:t>
            </a:r>
          </a:p>
        </p:txBody>
      </p:sp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68F5B27A-34CC-88EE-4BAB-8A97BA859B2C}"/>
              </a:ext>
            </a:extLst>
          </p:cNvPr>
          <p:cNvSpPr txBox="1">
            <a:spLocks/>
          </p:cNvSpPr>
          <p:nvPr/>
        </p:nvSpPr>
        <p:spPr>
          <a:xfrm>
            <a:off x="4709160" y="667356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l-PL" sz="1800"/>
              <a:t>Prywatne kredyty mają niższy procent </a:t>
            </a:r>
            <a:r>
              <a:rPr lang="pl-PL" sz="1800" i="1" err="1"/>
              <a:t>default'ów</a:t>
            </a:r>
            <a:endParaRPr lang="pl-PL" sz="1800"/>
          </a:p>
          <a:p>
            <a:pPr marL="285750" indent="-285750">
              <a:buFont typeface="Arial"/>
              <a:buChar char="•"/>
            </a:pPr>
            <a:r>
              <a:rPr lang="pl-PL" sz="1800"/>
              <a:t>Kredyty z </a:t>
            </a:r>
            <a:r>
              <a:rPr lang="pl-PL" sz="1800" i="1" err="1"/>
              <a:t>Security_Type</a:t>
            </a:r>
            <a:r>
              <a:rPr lang="pl-PL" sz="1800" i="1"/>
              <a:t> </a:t>
            </a:r>
            <a:r>
              <a:rPr lang="pl-PL" sz="1800" i="1" err="1"/>
              <a:t>Indriect</a:t>
            </a:r>
            <a:r>
              <a:rPr lang="pl-PL" sz="1800" i="1"/>
              <a:t> </a:t>
            </a:r>
            <a:r>
              <a:rPr lang="pl-PL" sz="1800"/>
              <a:t>mają dużo wyższy (100%) procent </a:t>
            </a:r>
            <a:r>
              <a:rPr lang="pl-PL" sz="1800" i="1" err="1"/>
              <a:t>default'ów</a:t>
            </a:r>
            <a:endParaRPr lang="pl-PL" sz="1800" i="1"/>
          </a:p>
        </p:txBody>
      </p:sp>
      <p:pic>
        <p:nvPicPr>
          <p:cNvPr id="2" name="Symbol zastępczy zawartości 3" descr="Obraz zawierający tekst, zrzut ekranu, diagram, Prostokąt&#10;&#10;Opis wygenerowany automatycznie">
            <a:extLst>
              <a:ext uri="{FF2B5EF4-FFF2-40B4-BE49-F238E27FC236}">
                <a16:creationId xmlns:a16="http://schemas.microsoft.com/office/drawing/2014/main" id="{E86111E0-00BE-6C31-BC5B-6B955FB59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95" y="2117829"/>
            <a:ext cx="4330382" cy="4114800"/>
          </a:xfrm>
          <a:prstGeom prst="rect">
            <a:avLst/>
          </a:prstGeom>
        </p:spPr>
      </p:pic>
      <p:pic>
        <p:nvPicPr>
          <p:cNvPr id="3" name="Obraz 2" descr="Obraz zawierający tekst, zrzut ekranu, diagram, Prostokąt&#10;&#10;Opis wygenerowany automatycznie">
            <a:extLst>
              <a:ext uri="{FF2B5EF4-FFF2-40B4-BE49-F238E27FC236}">
                <a16:creationId xmlns:a16="http://schemas.microsoft.com/office/drawing/2014/main" id="{CCE142F8-5A40-3DC9-E05A-DBDEA45945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5652" y="1970876"/>
            <a:ext cx="4330382" cy="421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01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CB3D-D4EF-B02A-4CA5-12D54967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EAEB3BFE-AB92-A511-8E59-ABDF4CBBA303}"/>
              </a:ext>
            </a:extLst>
          </p:cNvPr>
          <p:cNvSpPr/>
          <p:nvPr/>
        </p:nvSpPr>
        <p:spPr>
          <a:xfrm>
            <a:off x="0" y="6313251"/>
            <a:ext cx="12354128" cy="632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CC1AB986-3FD8-2318-6779-55641C0C4359}"/>
              </a:ext>
            </a:extLst>
          </p:cNvPr>
          <p:cNvSpPr/>
          <p:nvPr/>
        </p:nvSpPr>
        <p:spPr>
          <a:xfrm>
            <a:off x="0" y="0"/>
            <a:ext cx="12590585" cy="846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6580BE02-CDE4-D347-E478-DD9DBBF771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ytuł 1">
            <a:extLst>
              <a:ext uri="{FF2B5EF4-FFF2-40B4-BE49-F238E27FC236}">
                <a16:creationId xmlns:a16="http://schemas.microsoft.com/office/drawing/2014/main" id="{BE6C8480-FCE5-AEFA-FE4A-21E64A4A8A45}"/>
              </a:ext>
            </a:extLst>
          </p:cNvPr>
          <p:cNvSpPr txBox="1">
            <a:spLocks/>
          </p:cNvSpPr>
          <p:nvPr/>
        </p:nvSpPr>
        <p:spPr>
          <a:xfrm>
            <a:off x="262093" y="622768"/>
            <a:ext cx="36576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500"/>
              <a:t>Co wpływa na </a:t>
            </a:r>
            <a:r>
              <a:rPr lang="pl-PL" sz="3500" err="1"/>
              <a:t>default</a:t>
            </a:r>
            <a:r>
              <a:rPr lang="pl-PL" sz="3500"/>
              <a:t> kredytu?</a:t>
            </a:r>
          </a:p>
        </p:txBody>
      </p:sp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F99F9F7F-C34F-1C6F-535A-F4568C9A2EE6}"/>
              </a:ext>
            </a:extLst>
          </p:cNvPr>
          <p:cNvSpPr txBox="1">
            <a:spLocks/>
          </p:cNvSpPr>
          <p:nvPr/>
        </p:nvSpPr>
        <p:spPr>
          <a:xfrm>
            <a:off x="4709160" y="667356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l-PL" sz="1800"/>
              <a:t>Osoby, które złożyły podania w instytucji częściej ni e spłacały kredytu</a:t>
            </a:r>
            <a:endParaRPr lang="pl-PL" sz="1800" i="1"/>
          </a:p>
          <a:p>
            <a:pPr marL="285750" indent="-285750">
              <a:buFont typeface="Arial"/>
              <a:buChar char="•"/>
            </a:pPr>
            <a:r>
              <a:rPr lang="pl-PL" sz="1800"/>
              <a:t>Kredyty z </a:t>
            </a:r>
            <a:r>
              <a:rPr lang="pl-PL" sz="1800" i="1" err="1"/>
              <a:t>credit_type</a:t>
            </a:r>
            <a:r>
              <a:rPr lang="pl-PL" sz="1800" i="1"/>
              <a:t> EQUI </a:t>
            </a:r>
            <a:r>
              <a:rPr lang="pl-PL" sz="1800"/>
              <a:t>mają dużo wyższy (~100%) procent </a:t>
            </a:r>
            <a:r>
              <a:rPr lang="pl-PL" sz="1800" i="1" err="1"/>
              <a:t>default'ów</a:t>
            </a:r>
            <a:endParaRPr lang="pl-PL" sz="1800" i="1"/>
          </a:p>
        </p:txBody>
      </p:sp>
      <p:pic>
        <p:nvPicPr>
          <p:cNvPr id="6" name="Obraz 5" descr="Obraz zawierający tekst, zrzut ekranu, diagram, Wykres&#10;&#10;Opis wygenerowany automatycznie">
            <a:extLst>
              <a:ext uri="{FF2B5EF4-FFF2-40B4-BE49-F238E27FC236}">
                <a16:creationId xmlns:a16="http://schemas.microsoft.com/office/drawing/2014/main" id="{7F9AC23D-F6DF-0C1B-9524-7E71876798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403" y="1806460"/>
            <a:ext cx="4270443" cy="4394344"/>
          </a:xfrm>
          <a:prstGeom prst="rect">
            <a:avLst/>
          </a:prstGeom>
        </p:spPr>
      </p:pic>
      <p:pic>
        <p:nvPicPr>
          <p:cNvPr id="33" name="Obraz 32" descr="Obraz zawierający tekst, zrzut ekranu, diagram, Wykres&#10;&#10;Opis wygenerowany automatycznie">
            <a:extLst>
              <a:ext uri="{FF2B5EF4-FFF2-40B4-BE49-F238E27FC236}">
                <a16:creationId xmlns:a16="http://schemas.microsoft.com/office/drawing/2014/main" id="{785123AE-B8C7-CC8A-E838-0DB719630D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20" y="1928813"/>
            <a:ext cx="4404360" cy="43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2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7B56FF7B-C874-E475-FB2A-2515137E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Dziękujemy za uwagę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ymbol zastępczy zawartości 3" descr="Obraz zawierający osoba, Ludzka twarz, ściana, w pomieszczeniu&#10;&#10;Opis wygenerowany automatycznie">
            <a:extLst>
              <a:ext uri="{FF2B5EF4-FFF2-40B4-BE49-F238E27FC236}">
                <a16:creationId xmlns:a16="http://schemas.microsoft.com/office/drawing/2014/main" id="{0A46219F-DAA7-EED5-8BBE-A93DC4F80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022"/>
          <a:stretch/>
        </p:blipFill>
        <p:spPr>
          <a:xfrm>
            <a:off x="4646855" y="361674"/>
            <a:ext cx="7028887" cy="5550408"/>
          </a:xfrm>
          <a:prstGeom prst="rect">
            <a:avLst/>
          </a:prstGeom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03CAE4B5-FA1F-931F-C4B4-3B187DA2D1AA}"/>
              </a:ext>
            </a:extLst>
          </p:cNvPr>
          <p:cNvSpPr/>
          <p:nvPr/>
        </p:nvSpPr>
        <p:spPr>
          <a:xfrm>
            <a:off x="-233464" y="-87549"/>
            <a:ext cx="12986426" cy="1092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9ECF38DD-87EB-4BDD-FF92-86482491E871}"/>
              </a:ext>
            </a:extLst>
          </p:cNvPr>
          <p:cNvSpPr/>
          <p:nvPr/>
        </p:nvSpPr>
        <p:spPr>
          <a:xfrm>
            <a:off x="0" y="5912082"/>
            <a:ext cx="12986426" cy="1257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7" name="Symbol zastępczy zawartości 8">
            <a:extLst>
              <a:ext uri="{FF2B5EF4-FFF2-40B4-BE49-F238E27FC236}">
                <a16:creationId xmlns:a16="http://schemas.microsoft.com/office/drawing/2014/main" id="{16112196-6704-6214-F4B2-1A31D32F4A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773705"/>
              </p:ext>
            </p:extLst>
          </p:nvPr>
        </p:nvGraphicFramePr>
        <p:xfrm>
          <a:off x="331988" y="-1752516"/>
          <a:ext cx="1150657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030257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18fd98-ab00-41fa-958a-acb89f2a54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A6F3DA2BBB1EA498FF447BA56C5685A" ma:contentTypeVersion="9" ma:contentTypeDescription="Utwórz nowy dokument." ma:contentTypeScope="" ma:versionID="1114c7c17ff6e621ed58c281d98032d0">
  <xsd:schema xmlns:xsd="http://www.w3.org/2001/XMLSchema" xmlns:xs="http://www.w3.org/2001/XMLSchema" xmlns:p="http://schemas.microsoft.com/office/2006/metadata/properties" xmlns:ns3="6418fd98-ab00-41fa-958a-acb89f2a54ee" targetNamespace="http://schemas.microsoft.com/office/2006/metadata/properties" ma:root="true" ma:fieldsID="488a2ba24915161676ed1df839496261" ns3:_="">
    <xsd:import namespace="6418fd98-ab00-41fa-958a-acb89f2a54e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8fd98-ab00-41fa-958a-acb89f2a54e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FA3668-6FEF-4B57-88B6-532080DE118D}">
  <ds:schemaRefs>
    <ds:schemaRef ds:uri="6418fd98-ab00-41fa-958a-acb89f2a54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FB7690E-A7B5-4912-A41F-4C609C048C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343158-DB9C-4FD8-9442-5570A9F86651}">
  <ds:schemaRefs>
    <ds:schemaRef ds:uri="6418fd98-ab00-41fa-958a-acb89f2a54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Motyw pakietu Office</vt:lpstr>
      <vt:lpstr>Ryzyko kredytowe</vt:lpstr>
      <vt:lpstr>PowerPoint Presentation</vt:lpstr>
      <vt:lpstr>Omówienie danych</vt:lpstr>
      <vt:lpstr>PowerPoint Presentation</vt:lpstr>
      <vt:lpstr>Korelacje między danymi</vt:lpstr>
      <vt:lpstr>PowerPoint Presentation</vt:lpstr>
      <vt:lpstr>Hierarchia danych</vt:lpstr>
      <vt:lpstr>PowerPoint Presentation</vt:lpstr>
      <vt:lpstr>Wykres przedstawiający te zależności:</vt:lpstr>
      <vt:lpstr>PowerPoint Presentation</vt:lpstr>
      <vt:lpstr>PowerPoint Presentation</vt:lpstr>
      <vt:lpstr>PowerPoint Presentation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Hałaczkiewicz Kuba (STUD)</dc:creator>
  <cp:revision>1</cp:revision>
  <dcterms:created xsi:type="dcterms:W3CDTF">2025-01-14T19:33:53Z</dcterms:created>
  <dcterms:modified xsi:type="dcterms:W3CDTF">2025-01-14T21:56:22Z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0x0101009A6F3DA2BBB1EA498FF447BA56C5685A</vt:lpwstr>
  </property>
</Properties>
</file>